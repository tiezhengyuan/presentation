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p element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Initiation: March 5th,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9069E-F614-488A-92B8-8BB2AD5F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paragraphs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008C27-0965-43DE-9A6B-7D48AF6D3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3238" t="10658" r="27391" b="6442"/>
          <a:stretch/>
        </p:blipFill>
        <p:spPr>
          <a:xfrm>
            <a:off x="2021840" y="1797105"/>
            <a:ext cx="8509000" cy="469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0B35A-B8DE-424C-8F11-7117EFFC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 attribute: </a:t>
            </a:r>
            <a:r>
              <a:rPr lang="en-US" dirty="0" err="1"/>
              <a:t>contenteditable</a:t>
            </a:r>
            <a:r>
              <a:rPr lang="en-US" dirty="0"/>
              <a:t>=“true”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2E5C6-D81F-4D92-BD26-C2A6A50B7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5599112"/>
            <a:ext cx="10515600" cy="893763"/>
          </a:xfrm>
        </p:spPr>
        <p:txBody>
          <a:bodyPr/>
          <a:lstStyle/>
          <a:p>
            <a:r>
              <a:rPr lang="en-US" dirty="0"/>
              <a:t>The global element specify whether a p </a:t>
            </a:r>
            <a:r>
              <a:rPr lang="en-US"/>
              <a:t>element could be edited or not.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B8E292-5392-454B-AA49-BDA80D2FBA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83" t="14376" r="333" b="11080"/>
          <a:stretch/>
        </p:blipFill>
        <p:spPr>
          <a:xfrm>
            <a:off x="143242" y="1432559"/>
            <a:ext cx="12272278" cy="385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1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6004-8138-4FFB-BEE5-84F29B74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&lt;div&gt; logically divide a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E209D-AA1C-4C61-88CC-396389645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51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HTML/CSS: p element</vt:lpstr>
      <vt:lpstr>Add paragraphs</vt:lpstr>
      <vt:lpstr> p attribute: contenteditable=“true”</vt:lpstr>
      <vt:lpstr>&lt;div&gt; logically divide a document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4</cp:revision>
  <dcterms:created xsi:type="dcterms:W3CDTF">2020-03-05T16:40:50Z</dcterms:created>
  <dcterms:modified xsi:type="dcterms:W3CDTF">2020-03-06T01:45:08Z</dcterms:modified>
</cp:coreProperties>
</file>