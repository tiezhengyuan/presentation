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59" r:id="rId6"/>
    <p:sldId id="258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9A584-38C4-47BF-ADC3-3B79A66C52D3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65E52-B6B8-4AF2-AB0B-48383D5DC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7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65E52-B6B8-4AF2-AB0B-48383D5DC3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11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5th,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45EA-8874-4D72-809D-4B86B177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HTML: Hyper Text Markup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51F51-560E-4FE9-A8AC-6AD7A9EA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19048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&lt;p&gt;This is a paragraph&lt;/p&gt;</a:t>
            </a:r>
          </a:p>
          <a:p>
            <a:pPr marL="0" indent="0">
              <a:buNone/>
            </a:pPr>
            <a:r>
              <a:rPr lang="en-US" dirty="0"/>
              <a:t>&lt;p&gt;This is a paragraph/&gt;</a:t>
            </a:r>
          </a:p>
          <a:p>
            <a:pPr marL="0" indent="0">
              <a:buNone/>
            </a:pPr>
            <a:r>
              <a:rPr lang="en-US" dirty="0"/>
              <a:t>&lt;p&gt;This is a paragraph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4121D8-19AA-410B-A8A6-8DF3CE1C82C1}"/>
              </a:ext>
            </a:extLst>
          </p:cNvPr>
          <p:cNvSpPr txBox="1">
            <a:spLocks/>
          </p:cNvSpPr>
          <p:nvPr/>
        </p:nvSpPr>
        <p:spPr>
          <a:xfrm>
            <a:off x="960120" y="3688080"/>
            <a:ext cx="10515600" cy="3058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above is an element or tag in HTML with a </a:t>
            </a:r>
            <a:r>
              <a:rPr lang="en-US" b="1" dirty="0"/>
              <a:t>opening</a:t>
            </a:r>
            <a:r>
              <a:rPr lang="en-US" dirty="0"/>
              <a:t>/</a:t>
            </a:r>
            <a:r>
              <a:rPr lang="en-US" b="1" dirty="0"/>
              <a:t>starting tag</a:t>
            </a:r>
            <a:r>
              <a:rPr lang="en-US" dirty="0"/>
              <a:t> &lt;p&gt;, content, and a </a:t>
            </a:r>
            <a:r>
              <a:rPr lang="en-US" b="1" dirty="0"/>
              <a:t>ending</a:t>
            </a:r>
            <a:r>
              <a:rPr lang="en-US" dirty="0"/>
              <a:t>/</a:t>
            </a:r>
            <a:r>
              <a:rPr lang="en-US" b="1" dirty="0"/>
              <a:t>closing tag</a:t>
            </a:r>
            <a:r>
              <a:rPr lang="en-US" dirty="0"/>
              <a:t> &lt;/p&gt;. The tag name is “p”. </a:t>
            </a:r>
          </a:p>
          <a:p>
            <a:r>
              <a:rPr lang="en-US" dirty="0"/>
              <a:t> The closing tag is optional. Some tags don’t need ending tag such as &lt;</a:t>
            </a:r>
            <a:r>
              <a:rPr lang="en-US" dirty="0" err="1"/>
              <a:t>img</a:t>
            </a:r>
            <a:r>
              <a:rPr lang="en-US" dirty="0"/>
              <a:t>&gt;, &lt;</a:t>
            </a:r>
            <a:r>
              <a:rPr lang="en-US" dirty="0" err="1"/>
              <a:t>br</a:t>
            </a:r>
            <a:r>
              <a:rPr lang="en-US" dirty="0"/>
              <a:t>&gt; or &lt; </a:t>
            </a:r>
            <a:r>
              <a:rPr lang="en-US" dirty="0" err="1"/>
              <a:t>hr</a:t>
            </a:r>
            <a:r>
              <a:rPr lang="en-US" dirty="0"/>
              <a:t>&gt;.</a:t>
            </a:r>
          </a:p>
          <a:p>
            <a:r>
              <a:rPr lang="en-US" dirty="0"/>
              <a:t>Definition of HTML element is bigger than that of tag. Elements are enclosed by &lt;&gt;, and tags specify </a:t>
            </a:r>
            <a:r>
              <a:rPr lang="en-US" dirty="0" err="1"/>
              <a:t>paried</a:t>
            </a:r>
            <a:r>
              <a:rPr lang="en-US" dirty="0"/>
              <a:t> elements encompassing contents.</a:t>
            </a:r>
          </a:p>
        </p:txBody>
      </p:sp>
    </p:spTree>
    <p:extLst>
      <p:ext uri="{BB962C8B-B14F-4D97-AF65-F5344CB8AC3E}">
        <p14:creationId xmlns:p14="http://schemas.microsoft.com/office/powerpoint/2010/main" val="2790937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32AC4-F047-49D1-8030-72026855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typical empty HTML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DF47E-5E63-4B6C-80AA-3B5BA3A63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05679"/>
            <a:ext cx="10515600" cy="137128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2B2F16-3B42-47DD-B9D3-67BE8C3224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83" t="15644" r="53250" b="28638"/>
          <a:stretch/>
        </p:blipFill>
        <p:spPr>
          <a:xfrm>
            <a:off x="2472505" y="1773422"/>
            <a:ext cx="8215815" cy="440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71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8D561-6983-4508-9B24-826D5C5B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tags in a HTML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1D554-6EB7-4ABC-802A-BD64B022B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0720"/>
            <a:ext cx="10515600" cy="4226243"/>
          </a:xfrm>
        </p:spPr>
        <p:txBody>
          <a:bodyPr/>
          <a:lstStyle/>
          <a:p>
            <a:r>
              <a:rPr lang="en-US" dirty="0"/>
              <a:t>&lt;!DOCTYPE html&gt;: This element instruct the web browser about the HTML page. It is not HTML tag. Without it, the browser will not recognize the document.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&lt;title&gt;</a:t>
            </a:r>
          </a:p>
          <a:p>
            <a:r>
              <a:rPr lang="en-US" dirty="0"/>
              <a:t>&lt;meta&gt;</a:t>
            </a:r>
          </a:p>
        </p:txBody>
      </p:sp>
    </p:spTree>
    <p:extLst>
      <p:ext uri="{BB962C8B-B14F-4D97-AF65-F5344CB8AC3E}">
        <p14:creationId xmlns:p14="http://schemas.microsoft.com/office/powerpoint/2010/main" val="983766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9F5F-157F-499D-8B1C-365E5230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C783-1C48-4C00-9351-DEB5C4B75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&lt;html&gt;</a:t>
            </a:r>
          </a:p>
          <a:p>
            <a:r>
              <a:rPr lang="en-US" dirty="0"/>
              <a:t>&lt;head&gt; specify a header of a page</a:t>
            </a:r>
          </a:p>
          <a:p>
            <a:r>
              <a:rPr lang="en-US" dirty="0"/>
              <a:t>&lt;body&gt;</a:t>
            </a:r>
          </a:p>
        </p:txBody>
      </p:sp>
    </p:spTree>
    <p:extLst>
      <p:ext uri="{BB962C8B-B14F-4D97-AF65-F5344CB8AC3E}">
        <p14:creationId xmlns:p14="http://schemas.microsoft.com/office/powerpoint/2010/main" val="422440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50DE-1958-4E04-9A3F-3689B2D0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HTML5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F94A-F0AC-48A4-BEA5-CB2D887D7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&lt;header&gt;</a:t>
            </a:r>
          </a:p>
          <a:p>
            <a:r>
              <a:rPr lang="en-US" dirty="0"/>
              <a:t>&lt;section&gt;</a:t>
            </a:r>
          </a:p>
          <a:p>
            <a:r>
              <a:rPr lang="en-US" dirty="0"/>
              <a:t>&lt;nav&gt; </a:t>
            </a:r>
          </a:p>
          <a:p>
            <a:r>
              <a:rPr lang="en-US" dirty="0"/>
              <a:t>&lt;article&gt;</a:t>
            </a:r>
          </a:p>
          <a:p>
            <a:r>
              <a:rPr lang="en-US" dirty="0"/>
              <a:t>&lt;aside&gt; specify context aside from main content.</a:t>
            </a:r>
          </a:p>
          <a:p>
            <a:r>
              <a:rPr lang="en-US" dirty="0"/>
              <a:t>&lt;footer&gt; foot of a document</a:t>
            </a:r>
          </a:p>
        </p:txBody>
      </p:sp>
    </p:spTree>
    <p:extLst>
      <p:ext uri="{BB962C8B-B14F-4D97-AF65-F5344CB8AC3E}">
        <p14:creationId xmlns:p14="http://schemas.microsoft.com/office/powerpoint/2010/main" val="1107331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DCE73-EB73-4077-90EB-BF49B612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6BCC2-0A07-4730-A864-6BA96D80D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&lt;strong&gt; define important text</a:t>
            </a:r>
          </a:p>
          <a:p>
            <a:r>
              <a:rPr lang="en-US" dirty="0"/>
              <a:t>&lt;em&gt; define emphasized text</a:t>
            </a:r>
          </a:p>
          <a:p>
            <a:r>
              <a:rPr lang="en-US" dirty="0"/>
              <a:t>Size level headers &lt;h1&gt;, &lt;h2&gt;, &lt;h3&gt;, &lt;h4&gt;, &lt;h5&gt;, &lt;h6&gt;</a:t>
            </a:r>
          </a:p>
          <a:p>
            <a:r>
              <a:rPr lang="en-US" dirty="0"/>
              <a:t>&lt;title&gt; a title of a document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855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583D-9BB7-454B-9310-DFFBA331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99348-C78C-4FDE-A547-067EF7D6B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&lt;address&gt;	&lt;article&gt;		&lt;aside&gt;	&lt;blockquote&gt;	&lt;canvas&gt;	&lt;dd&gt;	&lt;div&gt;</a:t>
            </a:r>
          </a:p>
          <a:p>
            <a:pPr marL="0" indent="0">
              <a:buNone/>
            </a:pPr>
            <a:r>
              <a:rPr lang="en-US" sz="2000" dirty="0"/>
              <a:t>&lt;dl&gt;	&lt;dt&gt;	&lt;</a:t>
            </a:r>
            <a:r>
              <a:rPr lang="en-US" sz="2000" dirty="0" err="1"/>
              <a:t>fieldset</a:t>
            </a:r>
            <a:r>
              <a:rPr lang="en-US" sz="2000" dirty="0"/>
              <a:t>&gt;	&lt;</a:t>
            </a:r>
            <a:r>
              <a:rPr lang="en-US" sz="2000" dirty="0" err="1"/>
              <a:t>figcaption</a:t>
            </a:r>
            <a:r>
              <a:rPr lang="en-US" sz="2000" dirty="0"/>
              <a:t>&gt;	&lt;figure&gt;	&lt;footer&gt;		&lt;form&gt;	&lt;h1&gt;-&lt;h6&gt;</a:t>
            </a:r>
          </a:p>
          <a:p>
            <a:pPr marL="0" indent="0">
              <a:buNone/>
            </a:pPr>
            <a:r>
              <a:rPr lang="en-US" sz="2000" dirty="0"/>
              <a:t>&lt;header&gt;	&lt;</a:t>
            </a:r>
            <a:r>
              <a:rPr lang="en-US" sz="2000" dirty="0" err="1"/>
              <a:t>hr</a:t>
            </a:r>
            <a:r>
              <a:rPr lang="en-US" sz="2000" dirty="0"/>
              <a:t>&gt;	&lt;li&gt;	&lt;main&gt;	&lt;nav&gt;	&lt;</a:t>
            </a:r>
            <a:r>
              <a:rPr lang="en-US" sz="2000" dirty="0" err="1"/>
              <a:t>noscript</a:t>
            </a:r>
            <a:r>
              <a:rPr lang="en-US" sz="2000" dirty="0"/>
              <a:t>&gt;	&lt;</a:t>
            </a:r>
            <a:r>
              <a:rPr lang="en-US" sz="2000" dirty="0" err="1"/>
              <a:t>ol</a:t>
            </a:r>
            <a:r>
              <a:rPr lang="en-US" sz="2000" dirty="0"/>
              <a:t>&gt;	&lt;p&gt;	&lt;pre&gt;</a:t>
            </a:r>
          </a:p>
          <a:p>
            <a:pPr marL="0" indent="0">
              <a:buNone/>
            </a:pPr>
            <a:r>
              <a:rPr lang="en-US" sz="2000" dirty="0"/>
              <a:t>&lt;section&gt;	&lt;table&gt;	&lt;</a:t>
            </a:r>
            <a:r>
              <a:rPr lang="en-US" sz="2000" dirty="0" err="1"/>
              <a:t>tfoot</a:t>
            </a:r>
            <a:r>
              <a:rPr lang="en-US" sz="2000" dirty="0"/>
              <a:t>&gt;	&lt;ul&gt;	&lt;video&gt;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 block element always starts a new line and takes up the full width available.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597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FABA-4CE1-4C7D-AE02-0CF2B83E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42FE6-FF54-4C42-B5D8-9CA424B22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&lt;a&gt;	&lt;</a:t>
            </a:r>
            <a:r>
              <a:rPr lang="en-US" sz="2000" dirty="0" err="1"/>
              <a:t>abbr</a:t>
            </a:r>
            <a:r>
              <a:rPr lang="en-US" sz="2000" dirty="0"/>
              <a:t>&gt;	&lt;acronym&gt;	&lt;b&gt;	&lt;</a:t>
            </a:r>
            <a:r>
              <a:rPr lang="en-US" sz="2000" dirty="0" err="1"/>
              <a:t>bdo</a:t>
            </a:r>
            <a:r>
              <a:rPr lang="en-US" sz="2000" dirty="0"/>
              <a:t>&gt;	&lt;big&gt;	&lt;</a:t>
            </a:r>
            <a:r>
              <a:rPr lang="en-US" sz="2000" dirty="0" err="1"/>
              <a:t>br</a:t>
            </a:r>
            <a:r>
              <a:rPr lang="en-US" sz="2000" dirty="0"/>
              <a:t>&gt;	&lt;button&gt;	&lt;cite&gt;</a:t>
            </a:r>
          </a:p>
          <a:p>
            <a:r>
              <a:rPr lang="en-US" sz="2000" dirty="0"/>
              <a:t>&lt;code&gt;	&lt;</a:t>
            </a:r>
            <a:r>
              <a:rPr lang="en-US" sz="2000" dirty="0" err="1"/>
              <a:t>dfn</a:t>
            </a:r>
            <a:r>
              <a:rPr lang="en-US" sz="2000" dirty="0"/>
              <a:t>&gt;	&lt;em&gt;	&lt;</a:t>
            </a:r>
            <a:r>
              <a:rPr lang="en-US" sz="2000" dirty="0" err="1"/>
              <a:t>i</a:t>
            </a:r>
            <a:r>
              <a:rPr lang="en-US" sz="2000" dirty="0"/>
              <a:t>&gt;	&lt;</a:t>
            </a:r>
            <a:r>
              <a:rPr lang="en-US" sz="2000" dirty="0" err="1"/>
              <a:t>img</a:t>
            </a:r>
            <a:r>
              <a:rPr lang="en-US" sz="2000" dirty="0"/>
              <a:t>&gt;	&lt;input&gt;	&lt;</a:t>
            </a:r>
            <a:r>
              <a:rPr lang="en-US" sz="2000" dirty="0" err="1"/>
              <a:t>kbd</a:t>
            </a:r>
            <a:r>
              <a:rPr lang="en-US" sz="2000" dirty="0"/>
              <a:t>&gt;	&lt;label&gt;	&lt;map&gt;	&lt;object&gt;</a:t>
            </a:r>
          </a:p>
          <a:p>
            <a:r>
              <a:rPr lang="en-US" sz="2000" dirty="0"/>
              <a:t>&lt;output&gt;	&lt;q&gt;	&lt;</a:t>
            </a:r>
            <a:r>
              <a:rPr lang="en-US" sz="2000" dirty="0" err="1"/>
              <a:t>samp</a:t>
            </a:r>
            <a:r>
              <a:rPr lang="en-US" sz="2000" dirty="0"/>
              <a:t>&gt;	&lt;script&gt;	&lt;select&gt;	&lt;small&gt;	&lt;span&gt;	&lt;strong&gt;	&lt;sub&gt;	&lt;sup&gt;</a:t>
            </a:r>
          </a:p>
          <a:p>
            <a:r>
              <a:rPr lang="en-US" sz="2000" dirty="0"/>
              <a:t>&lt;</a:t>
            </a:r>
            <a:r>
              <a:rPr lang="en-US" sz="2000" dirty="0" err="1"/>
              <a:t>textarea</a:t>
            </a:r>
            <a:r>
              <a:rPr lang="en-US" sz="2000" dirty="0"/>
              <a:t>&gt;	&lt;time&gt;	&lt;</a:t>
            </a:r>
            <a:r>
              <a:rPr lang="en-US" sz="2000" dirty="0" err="1"/>
              <a:t>tt</a:t>
            </a:r>
            <a:r>
              <a:rPr lang="en-US" sz="2000" dirty="0"/>
              <a:t>&gt;	&lt;var&gt;</a:t>
            </a:r>
          </a:p>
          <a:p>
            <a:endParaRPr lang="en-US" sz="2000" dirty="0"/>
          </a:p>
          <a:p>
            <a:r>
              <a:rPr lang="en-US" sz="2000" dirty="0"/>
              <a:t>Inline elements don’t start new lines and only take up as much width as available.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6695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557</Words>
  <Application>Microsoft Office PowerPoint</Application>
  <PresentationFormat>Widescreen</PresentationFormat>
  <Paragraphs>48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HTML/CSS: elements</vt:lpstr>
      <vt:lpstr>HTML: Hyper Text Markup Language</vt:lpstr>
      <vt:lpstr>A typical empty HTML page</vt:lpstr>
      <vt:lpstr>Required tags in a HTML page</vt:lpstr>
      <vt:lpstr>basic elements</vt:lpstr>
      <vt:lpstr>HTML5 elements</vt:lpstr>
      <vt:lpstr>Other elements</vt:lpstr>
      <vt:lpstr>Block elements</vt:lpstr>
      <vt:lpstr>Inline element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23</cp:revision>
  <dcterms:created xsi:type="dcterms:W3CDTF">2020-03-05T16:40:50Z</dcterms:created>
  <dcterms:modified xsi:type="dcterms:W3CDTF">2020-03-06T02:36:38Z</dcterms:modified>
</cp:coreProperties>
</file>