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4ADE4-F5E0-4D37-BAF5-83E27F813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F28BF-CBB0-49A6-A6BA-BF4611568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9F361-834B-4FE8-B7E5-6ECCFCBF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A64E7-EA00-4C27-ACBC-3B13AEDC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B8564-5A6C-497B-91D8-7CEDE9EB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3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C9CF-E61C-4B14-8D90-B4AC3A2CF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59D39-07F8-4B4B-A076-214CE84B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CA955-93FE-4207-B117-3559B65EF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18037-E08D-48BD-80B0-5B6F314E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C0F58-88AC-4171-8DB9-CD406834D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9830-F4D1-471B-8878-245AA0DE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AC5CD-CDD3-424F-8337-B1167D9FF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3ABA9-5D3C-4D26-9539-AFFF5E17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7A8B9-D9F9-4DF0-97FF-DC1C569A8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0DE69-B9DD-4B4A-9621-C1A184B0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80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5F0C0-13A3-459E-9DA7-2F5910DB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14B46-1703-4A38-98E3-3D4281431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B2FFD-1A8B-43D0-82E6-DC874F9B6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44FCB-28A7-45AE-8BA9-9E94646A9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B2723-9366-4071-8DD4-CEDD23BD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66C4C-84E9-4588-BD55-62159B6E9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2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8114-F279-499F-987D-1B23726B2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DAD77-3971-4C57-8971-B23AA54BB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BCE98-0B37-4D5A-8C7F-247B9255E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77B656-0007-4A11-A342-469CE21F31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6A3F7-D794-4BBC-9BCA-1C0216D3C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901BE9-E33E-4AAE-B932-C44E00B4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B407C9-4CBF-499D-B827-C0BD6AE59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8F141F-680C-4452-AAD9-CE6BE721D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4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6193-250D-4B0A-BF9D-1B78539F1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912D7A-66E0-41E8-9836-4C59BA57C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94014-0AEB-404F-A20E-76EBCE227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70110-E2A0-41A2-A186-2884957A1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7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97D48-7817-4EAE-8795-9DC56A94D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1DB03-66D8-412D-870F-8D4ADE5D6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ECA6E-F15C-4209-BCFC-8A89380B7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3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A41A-CB18-416E-93F3-F439D5C46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337C5-6707-4402-82B8-F4F0B7F1D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BCAD54-9D1B-4A9D-9A91-68F541DB5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243EE-713E-4EBA-9C6C-6ADB7E1E8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4976-F7DD-4760-B240-185CBC9A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05DB4-B7B0-4A6C-9DED-74AAA450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69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49C79-D13F-43E8-AAA6-805F89F3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B48E3C-2F34-4808-90E9-B82A10FDF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DB1B7-8EFF-44EB-A3D8-8FB25EA44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F6704-9E0F-4AAE-B758-51FB82E2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7ACE1-A089-44E1-8A76-372D20F92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B7D27-C4FB-4DE1-985E-F0B988995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25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A3B65-E4CB-4786-96D3-136A9EEE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320A7-E2E6-4DD5-9585-9A1E2622A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9BA4C-372A-4ED2-AA13-0F0AD315E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BF49B-DC6A-46C0-ACAE-DAE93D97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D8B92-7A9F-4D8E-B58E-11389C1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1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8C328-AF78-458D-BB95-3434E957A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5E199-6AAD-49A2-ABE6-09A7C630E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4C0DB-03E3-43D8-9F26-F52BEC3E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D57B4-44A8-47FE-80B2-23E89C1F1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FF4A7-09E7-4135-B0C4-ED5F5CD6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64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FF3057-01EC-4DDE-A74C-9253BE1E8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E1DBB-D9C6-4D6D-AC01-7737A08AB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A2569-8F56-4F27-AE4D-3E0F0C7A3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AA7F3-AB92-491A-8F56-FE86C93FC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4D36E-65D5-47D9-9574-E800123D8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EBAE-DF84-4A14-990A-CE1C295855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HTML/CSS:</a:t>
            </a:r>
            <a:br>
              <a:rPr lang="en-US" dirty="0"/>
            </a:br>
            <a:r>
              <a:rPr lang="en-US" dirty="0"/>
              <a:t>meter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C6274-6B2E-46E2-B46A-2FFBCF1F48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/>
              <a:t>Initiation: March 5th, 2020</a:t>
            </a:r>
          </a:p>
        </p:txBody>
      </p:sp>
    </p:spTree>
    <p:extLst>
      <p:ext uri="{BB962C8B-B14F-4D97-AF65-F5344CB8AC3E}">
        <p14:creationId xmlns:p14="http://schemas.microsoft.com/office/powerpoint/2010/main" val="1441591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42730-8979-4507-BAE6-633BE6FD1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&lt;meter&gt; a scalar measurement within a range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13549-7740-46E0-B617-85BBBC3DA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1665"/>
            <a:ext cx="10515600" cy="79121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E3F27D-BF46-49F4-933D-016DB167EC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666" t="6619" r="12167" b="8037"/>
          <a:stretch/>
        </p:blipFill>
        <p:spPr>
          <a:xfrm>
            <a:off x="1818639" y="1472248"/>
            <a:ext cx="8894499" cy="371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230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D5CCF-96D7-4356-8B61-2136E9F63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B59A7-27F6-4233-872E-3E624CC16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34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HTML/CSS: meter</vt:lpstr>
      <vt:lpstr>&lt;meter&gt; a scalar measurement within a range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HTML/CSS: p element</dc:title>
  <dc:creator>Tiezheng Yuan</dc:creator>
  <cp:lastModifiedBy>Tiezheng Yuan</cp:lastModifiedBy>
  <cp:revision>4</cp:revision>
  <dcterms:created xsi:type="dcterms:W3CDTF">2020-03-05T16:40:50Z</dcterms:created>
  <dcterms:modified xsi:type="dcterms:W3CDTF">2020-03-05T20:14:45Z</dcterms:modified>
</cp:coreProperties>
</file>