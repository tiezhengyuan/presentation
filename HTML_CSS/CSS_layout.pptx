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/>
              <a:t>Initiation: March 6th</a:t>
            </a:r>
            <a:r>
              <a:rPr lang="en-US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364E-14DE-47AC-9A8F-B98D7F5D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&lt;p&gt;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0010-37D8-4B5B-A844-A03A2934B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7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9DE61-8AC5-4D1C-B518-09644C51C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4DD4D-0776-4FD3-9F4D-DA0CDC865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91759"/>
            <a:ext cx="10515600" cy="98520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0E174-59EC-47D9-B3B0-964169E7C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46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40A4C-BF34-4678-AFD5-3EB868F8F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64224-6D49-43A8-B83D-CECBAE3E7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63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HTML/CSS: layout</vt:lpstr>
      <vt:lpstr>&lt;p&gt;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6</cp:revision>
  <dcterms:created xsi:type="dcterms:W3CDTF">2020-03-05T16:40:50Z</dcterms:created>
  <dcterms:modified xsi:type="dcterms:W3CDTF">2020-03-08T00:40:49Z</dcterms:modified>
</cp:coreProperties>
</file>