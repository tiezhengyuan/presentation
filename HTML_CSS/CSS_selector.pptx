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4ADE4-F5E0-4D37-BAF5-83E27F813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F28BF-CBB0-49A6-A6BA-BF4611568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9F361-834B-4FE8-B7E5-6ECCFCBF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A64E7-EA00-4C27-ACBC-3B13AEDC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B8564-5A6C-497B-91D8-7CEDE9EB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3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C9CF-E61C-4B14-8D90-B4AC3A2C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59D39-07F8-4B4B-A076-214CE84B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A955-93FE-4207-B117-3559B65E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8037-E08D-48BD-80B0-5B6F314E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C0F58-88AC-4171-8DB9-CD406834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9830-F4D1-471B-8878-245AA0DE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AC5CD-CDD3-424F-8337-B1167D9FF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3ABA9-5D3C-4D26-9539-AFFF5E17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A8B9-D9F9-4DF0-97FF-DC1C569A8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0DE69-B9DD-4B4A-9621-C1A184B0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80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5F0C0-13A3-459E-9DA7-2F5910DB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14B46-1703-4A38-98E3-3D4281431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B2FFD-1A8B-43D0-82E6-DC874F9B6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44FCB-28A7-45AE-8BA9-9E94646A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B2723-9366-4071-8DD4-CEDD23BD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66C4C-84E9-4588-BD55-62159B6E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2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8114-F279-499F-987D-1B23726B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DAD77-3971-4C57-8971-B23AA54BB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BCE98-0B37-4D5A-8C7F-247B9255E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7B656-0007-4A11-A342-469CE21F3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6A3F7-D794-4BBC-9BCA-1C0216D3C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01BE9-E33E-4AAE-B932-C44E00B4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B407C9-4CBF-499D-B827-C0BD6AE5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F141F-680C-4452-AAD9-CE6BE721D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4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6193-250D-4B0A-BF9D-1B78539F1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912D7A-66E0-41E8-9836-4C59BA57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94014-0AEB-404F-A20E-76EBCE22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70110-E2A0-41A2-A186-2884957A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7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97D48-7817-4EAE-8795-9DC56A94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1DB03-66D8-412D-870F-8D4ADE5D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ECA6E-F15C-4209-BCFC-8A89380B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3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A41A-CB18-416E-93F3-F439D5C4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337C5-6707-4402-82B8-F4F0B7F1D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CAD54-9D1B-4A9D-9A91-68F541DB5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243EE-713E-4EBA-9C6C-6ADB7E1E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4976-F7DD-4760-B240-185CBC9A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05DB4-B7B0-4A6C-9DED-74AAA450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6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49C79-D13F-43E8-AAA6-805F89F3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B48E3C-2F34-4808-90E9-B82A10FDF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DB1B7-8EFF-44EB-A3D8-8FB25EA44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F6704-9E0F-4AAE-B758-51FB82E2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7ACE1-A089-44E1-8A76-372D20F9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B7D27-C4FB-4DE1-985E-F0B98899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2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3B65-E4CB-4786-96D3-136A9EEE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320A7-E2E6-4DD5-9585-9A1E2622A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9BA4C-372A-4ED2-AA13-0F0AD315E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F49B-DC6A-46C0-ACAE-DAE93D97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D8B92-7A9F-4D8E-B58E-11389C1C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1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8C328-AF78-458D-BB95-3434E957A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5E199-6AAD-49A2-ABE6-09A7C630E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4C0DB-03E3-43D8-9F26-F52BEC3E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D57B4-44A8-47FE-80B2-23E89C1F1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FF4A7-09E7-4135-B0C4-ED5F5CD6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6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F3057-01EC-4DDE-A74C-9253BE1E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E1DBB-D9C6-4D6D-AC01-7737A08AB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A2569-8F56-4F27-AE4D-3E0F0C7A3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51520-13FD-4FA3-807C-3FDD19E08D30}" type="datetimeFigureOut">
              <a:rPr lang="en-US" smtClean="0"/>
              <a:t>3/6/2020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AA7F3-AB92-491A-8F56-FE86C93FC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4D36E-65D5-47D9-9574-E800123D8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58A10-F459-4ACE-8981-E5C1D29A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EBAE-DF84-4A14-990A-CE1C295855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HTML/CSS:</a:t>
            </a:r>
            <a:br>
              <a:rPr lang="en-US" dirty="0"/>
            </a:br>
            <a:r>
              <a:rPr lang="en-US" dirty="0"/>
              <a:t>selector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6274-6B2E-46E2-B46A-2FFBCF1F48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/>
              <a:t>Initiation: March 6th</a:t>
            </a:r>
            <a:r>
              <a:rPr lang="en-US" dirty="0"/>
              <a:t>, 2020</a:t>
            </a:r>
          </a:p>
        </p:txBody>
      </p:sp>
    </p:spTree>
    <p:extLst>
      <p:ext uri="{BB962C8B-B14F-4D97-AF65-F5344CB8AC3E}">
        <p14:creationId xmlns:p14="http://schemas.microsoft.com/office/powerpoint/2010/main" val="144159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44002-DAD0-4A81-8797-59B2B8F1F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Selector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0E868-7CCB-4442-9E1B-BFCFA8F4B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selector</a:t>
            </a:r>
          </a:p>
          <a:p>
            <a:r>
              <a:rPr lang="en-US" dirty="0"/>
              <a:t>Combinator selector</a:t>
            </a:r>
          </a:p>
          <a:p>
            <a:r>
              <a:rPr lang="en-US" dirty="0"/>
              <a:t>Pseudo-class selector</a:t>
            </a:r>
          </a:p>
          <a:p>
            <a:r>
              <a:rPr lang="en-US" dirty="0"/>
              <a:t>Pseudo-element selector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382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6364E-14DE-47AC-9A8F-B98D7F5DD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4395"/>
          </a:xfrm>
        </p:spPr>
        <p:txBody>
          <a:bodyPr/>
          <a:lstStyle/>
          <a:p>
            <a:r>
              <a:rPr lang="en-US" dirty="0"/>
              <a:t>Simple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10010-37D8-4B5B-A844-A03A2934B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8080"/>
            <a:ext cx="10515600" cy="5486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Element selector: Select by </a:t>
            </a:r>
            <a:r>
              <a:rPr lang="en-US" dirty="0" err="1"/>
              <a:t>tagName</a:t>
            </a:r>
            <a:br>
              <a:rPr lang="en-US" dirty="0"/>
            </a:br>
            <a:r>
              <a:rPr lang="en-US" dirty="0"/>
              <a:t>div{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Class selector: Select by </a:t>
            </a:r>
            <a:r>
              <a:rPr lang="en-US" dirty="0" err="1"/>
              <a:t>className</a:t>
            </a:r>
            <a:br>
              <a:rPr lang="en-US" dirty="0"/>
            </a:br>
            <a:r>
              <a:rPr lang="en-US" dirty="0"/>
              <a:t>.div-box{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ID selector: Select by </a:t>
            </a:r>
            <a:r>
              <a:rPr lang="en-US" dirty="0" err="1"/>
              <a:t>idName</a:t>
            </a:r>
            <a:br>
              <a:rPr lang="en-US" dirty="0"/>
            </a:br>
            <a:r>
              <a:rPr lang="en-US" dirty="0"/>
              <a:t>#p1{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Universal selector: select all HTML elements</a:t>
            </a:r>
            <a:br>
              <a:rPr lang="en-US" dirty="0"/>
            </a:br>
            <a:r>
              <a:rPr lang="en-US" dirty="0"/>
              <a:t>*{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Group selector: tag name separated by comma</a:t>
            </a:r>
            <a:br>
              <a:rPr lang="en-US" dirty="0"/>
            </a:br>
            <a:r>
              <a:rPr lang="en-US" dirty="0"/>
              <a:t>html, body, div, p{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9617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736BA-EC21-4CDC-9ED0-899749035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HTML+CSS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EF9213-9254-4DEB-B300-EA94A2BB81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01" t="15898" r="56000" b="8798"/>
          <a:stretch/>
        </p:blipFill>
        <p:spPr>
          <a:xfrm>
            <a:off x="121919" y="1859596"/>
            <a:ext cx="4012580" cy="40535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34EAF5-CD5E-49BA-8362-1F67ABE76C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833" t="11081" r="15083" b="29081"/>
          <a:stretch/>
        </p:blipFill>
        <p:spPr>
          <a:xfrm>
            <a:off x="8350070" y="2366963"/>
            <a:ext cx="3516953" cy="2651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5DB2A3-665D-4579-99A8-A087AF9E52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67" t="16659" r="63166" b="8038"/>
          <a:stretch/>
        </p:blipFill>
        <p:spPr>
          <a:xfrm>
            <a:off x="4221313" y="1538288"/>
            <a:ext cx="4041942" cy="521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749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381F-284B-46CD-AF02-306E0710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0FB61-2287-4344-A828-3F929C4EC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9975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Div</a:t>
            </a:r>
            <a:r>
              <a:rPr lang="en-US" dirty="0"/>
              <a:t> p: all p elements enclosed by div containers</a:t>
            </a:r>
          </a:p>
          <a:p>
            <a:r>
              <a:rPr lang="en-US" dirty="0" err="1"/>
              <a:t>Div</a:t>
            </a:r>
            <a:r>
              <a:rPr lang="en-US" dirty="0"/>
              <a:t> &gt; p: all p elements of which parents are div containers</a:t>
            </a:r>
            <a:br>
              <a:rPr lang="en-US" dirty="0"/>
            </a:br>
            <a:r>
              <a:rPr lang="en-US" dirty="0"/>
              <a:t>&lt;div&gt;&lt;p&gt;&lt;/p&gt;&lt;/div&gt;  OK</a:t>
            </a:r>
            <a:br>
              <a:rPr lang="en-US" dirty="0"/>
            </a:br>
            <a:r>
              <a:rPr lang="en-US" dirty="0"/>
              <a:t>&lt;div&gt;&lt;span&gt;&lt;p&gt;&lt;/p&gt;&lt;/span&gt;&lt;/div&gt;  No</a:t>
            </a:r>
          </a:p>
          <a:p>
            <a:r>
              <a:rPr lang="en-US" dirty="0" err="1"/>
              <a:t>Div</a:t>
            </a:r>
            <a:r>
              <a:rPr lang="en-US" dirty="0"/>
              <a:t> + p: all p elements which are only neighboring after div containers. Those p elements intersected by other elements will not be selected.</a:t>
            </a:r>
            <a:br>
              <a:rPr lang="en-US" dirty="0"/>
            </a:br>
            <a:r>
              <a:rPr lang="en-US" dirty="0"/>
              <a:t>&lt;div&gt;&lt;/div&gt;&lt;p&gt;&lt;/p&gt;  OK</a:t>
            </a:r>
            <a:br>
              <a:rPr lang="en-US" dirty="0"/>
            </a:br>
            <a:r>
              <a:rPr lang="en-US" dirty="0"/>
              <a:t>&lt;div&gt;&lt;/div&gt;&lt;ul&gt;&lt;/ul&gt;&lt;p&gt;&lt;/p&gt;  No</a:t>
            </a:r>
          </a:p>
          <a:p>
            <a:r>
              <a:rPr lang="en-US" dirty="0" err="1"/>
              <a:t>Div</a:t>
            </a:r>
            <a:r>
              <a:rPr lang="en-US" dirty="0"/>
              <a:t> ~ ul: all p elements which are after div containers.</a:t>
            </a:r>
            <a:br>
              <a:rPr lang="en-US" dirty="0"/>
            </a:br>
            <a:r>
              <a:rPr lang="en-US" dirty="0"/>
              <a:t>&lt;div&gt;&lt;/div&gt;&lt;p&gt;&lt;/p&gt;  OK</a:t>
            </a:r>
            <a:br>
              <a:rPr lang="en-US" dirty="0"/>
            </a:br>
            <a:r>
              <a:rPr lang="en-US" dirty="0"/>
              <a:t>&lt;div&gt;&lt;/div&gt;&lt;ul&gt;&lt;/ul&gt;&lt;p&gt;&lt;/p&gt;  OK</a:t>
            </a:r>
          </a:p>
        </p:txBody>
      </p:sp>
    </p:spTree>
    <p:extLst>
      <p:ext uri="{BB962C8B-B14F-4D97-AF65-F5344CB8AC3E}">
        <p14:creationId xmlns:p14="http://schemas.microsoft.com/office/powerpoint/2010/main" val="3996795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130D4-F106-457C-AC92-28DFEE121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class selector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8E1D6-B932-4CB7-9942-72A666B58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order in CSS is link &gt; visited -&gt; hover -&gt; active</a:t>
            </a:r>
            <a:br>
              <a:rPr lang="en-US" dirty="0"/>
            </a:br>
            <a:r>
              <a:rPr lang="en-US" dirty="0"/>
              <a:t>:link</a:t>
            </a:r>
            <a:br>
              <a:rPr lang="en-US" dirty="0"/>
            </a:br>
            <a:r>
              <a:rPr lang="en-US" dirty="0"/>
              <a:t>:visited</a:t>
            </a:r>
            <a:br>
              <a:rPr lang="en-US" dirty="0"/>
            </a:br>
            <a:r>
              <a:rPr lang="en-US" dirty="0"/>
              <a:t>:hover</a:t>
            </a:r>
            <a:br>
              <a:rPr lang="en-US" dirty="0"/>
            </a:br>
            <a:r>
              <a:rPr lang="en-US" dirty="0"/>
              <a:t>:active</a:t>
            </a:r>
          </a:p>
        </p:txBody>
      </p:sp>
    </p:spTree>
    <p:extLst>
      <p:ext uri="{BB962C8B-B14F-4D97-AF65-F5344CB8AC3E}">
        <p14:creationId xmlns:p14="http://schemas.microsoft.com/office/powerpoint/2010/main" val="35340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EA8F-752A-46ED-811B-3535EF0FC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77D6F-0F26-40F1-AA29-0B0DBE1E9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76239"/>
            <a:ext cx="10515600" cy="70072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FA4AB9-51BA-4479-8B82-8C65C6F282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83" t="11841" r="29500" b="8544"/>
          <a:stretch/>
        </p:blipFill>
        <p:spPr>
          <a:xfrm>
            <a:off x="2143760" y="1482928"/>
            <a:ext cx="7294880" cy="360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096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D5ABF-E5FC-40F1-913C-1CF541E12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Pseudo-elements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83D84-9A22-419E-8AA0-FD444ED70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::first-line</a:t>
            </a:r>
          </a:p>
          <a:p>
            <a:r>
              <a:rPr lang="en-US" dirty="0"/>
              <a:t>::first-letter</a:t>
            </a:r>
          </a:p>
          <a:p>
            <a:r>
              <a:rPr lang="en-US" dirty="0"/>
              <a:t>::before</a:t>
            </a:r>
          </a:p>
          <a:p>
            <a:r>
              <a:rPr lang="en-US" dirty="0"/>
              <a:t>::after</a:t>
            </a:r>
          </a:p>
          <a:p>
            <a:r>
              <a:rPr lang="en-US" dirty="0"/>
              <a:t>::selection</a:t>
            </a:r>
          </a:p>
        </p:txBody>
      </p:sp>
    </p:spTree>
    <p:extLst>
      <p:ext uri="{BB962C8B-B14F-4D97-AF65-F5344CB8AC3E}">
        <p14:creationId xmlns:p14="http://schemas.microsoft.com/office/powerpoint/2010/main" val="635949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33F11-EB7B-4764-BAB0-D3688156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3DF73-EDFD-4746-BB38-F2A1693EE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39359"/>
            <a:ext cx="10515600" cy="113760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A93695-D209-4D9B-9A7E-F26FEB1F8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5445"/>
            <a:ext cx="12192000" cy="400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438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275</Words>
  <Application>Microsoft Office PowerPoint</Application>
  <PresentationFormat>Widescreen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HTML/CSS: selector</vt:lpstr>
      <vt:lpstr>Selector </vt:lpstr>
      <vt:lpstr>Simple selector</vt:lpstr>
      <vt:lpstr>HTML+CSS</vt:lpstr>
      <vt:lpstr>PowerPoint Presentation</vt:lpstr>
      <vt:lpstr>Pseudo class selector </vt:lpstr>
      <vt:lpstr>PowerPoint Presentation</vt:lpstr>
      <vt:lpstr>Pseudo-elements selector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HTML/CSS: p element</dc:title>
  <dc:creator>Tiezheng Yuan</dc:creator>
  <cp:lastModifiedBy>Tiezheng Yuan</cp:lastModifiedBy>
  <cp:revision>20</cp:revision>
  <dcterms:created xsi:type="dcterms:W3CDTF">2020-03-05T16:40:50Z</dcterms:created>
  <dcterms:modified xsi:type="dcterms:W3CDTF">2020-03-06T20:08:01Z</dcterms:modified>
</cp:coreProperties>
</file>