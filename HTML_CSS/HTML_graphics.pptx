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19A0-53AE-4E92-960C-A68FB6C0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0"/>
            <a:ext cx="10515600" cy="1097280"/>
          </a:xfrm>
        </p:spPr>
        <p:txBody>
          <a:bodyPr/>
          <a:lstStyle/>
          <a:p>
            <a:r>
              <a:rPr lang="en-US" dirty="0"/>
              <a:t>&lt;canvas&gt;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7843B-5F47-49DB-8269-C49441BAA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5918199"/>
            <a:ext cx="10515600" cy="939801"/>
          </a:xfrm>
        </p:spPr>
        <p:txBody>
          <a:bodyPr/>
          <a:lstStyle/>
          <a:p>
            <a:r>
              <a:rPr lang="en-US" dirty="0"/>
              <a:t>&lt;canvas&gt; element is a container, where </a:t>
            </a:r>
            <a:r>
              <a:rPr lang="en-US" dirty="0" err="1"/>
              <a:t>js</a:t>
            </a:r>
            <a:r>
              <a:rPr lang="en-US" dirty="0"/>
              <a:t> could be used to draw graphics.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C03CD-4B74-4F62-AE9B-1EB01AF189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50" t="11587" r="30167" b="11587"/>
          <a:stretch/>
        </p:blipFill>
        <p:spPr>
          <a:xfrm>
            <a:off x="1590957" y="1206182"/>
            <a:ext cx="8583366" cy="46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BDA5-ECD0-4507-98E9-B39CECE5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text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1A71E-1AF3-46BC-995D-03790E52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5853113"/>
            <a:ext cx="10515600" cy="6397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object var inherited from </a:t>
            </a:r>
            <a:r>
              <a:rPr lang="en-US" dirty="0" err="1"/>
              <a:t>HTMLCanvasElement</a:t>
            </a:r>
            <a:r>
              <a:rPr lang="en-US" dirty="0"/>
              <a:t>, </a:t>
            </a:r>
            <a:r>
              <a:rPr lang="en-US" dirty="0" err="1"/>
              <a:t>getContext</a:t>
            </a:r>
            <a:r>
              <a:rPr lang="en-US" dirty="0"/>
              <a:t>() returns drawing context. X and y is coordinates when </a:t>
            </a:r>
            <a:r>
              <a:rPr lang="en-US" dirty="0" err="1"/>
              <a:t>fillText</a:t>
            </a:r>
            <a:r>
              <a:rPr lang="en-US" dirty="0"/>
              <a:t>(“Hello world”, x, y) is used.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E1C75-00BB-4ECF-8F9F-B9D76F0D95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7" t="11156" r="21083" b="4742"/>
          <a:stretch/>
        </p:blipFill>
        <p:spPr>
          <a:xfrm>
            <a:off x="2227139" y="1438412"/>
            <a:ext cx="8430701" cy="418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2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362D-BC17-4175-BAD9-F97CCA54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E21A-FF07-484A-88AC-48B7D86B9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280" y="5781039"/>
            <a:ext cx="10515600" cy="995363"/>
          </a:xfrm>
        </p:spPr>
        <p:txBody>
          <a:bodyPr/>
          <a:lstStyle/>
          <a:p>
            <a:r>
              <a:rPr lang="en-US" i="1" dirty="0"/>
              <a:t>context</a:t>
            </a:r>
            <a:r>
              <a:rPr lang="en-US" dirty="0"/>
              <a:t>.arc(</a:t>
            </a:r>
            <a:r>
              <a:rPr lang="en-US" i="1" dirty="0" err="1"/>
              <a:t>x,y,r,sAngle,eAngle,counterclockwise</a:t>
            </a:r>
            <a:r>
              <a:rPr lang="en-US" dirty="0"/>
              <a:t>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FCD2F-D1FB-4DF3-8DD3-41AD8CDA1A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50" t="6619" r="28083" b="8544"/>
          <a:stretch/>
        </p:blipFill>
        <p:spPr>
          <a:xfrm>
            <a:off x="2875279" y="1487487"/>
            <a:ext cx="7139301" cy="40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C7C5-5C28-45A3-BBD1-9F4A6790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 : Embed a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B15B-5B01-4A88-B1BC-4986E0E71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37200"/>
            <a:ext cx="10515600" cy="1168400"/>
          </a:xfrm>
        </p:spPr>
        <p:txBody>
          <a:bodyPr>
            <a:normAutofit/>
          </a:bodyPr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 could embed a picture into a container element</a:t>
            </a:r>
          </a:p>
          <a:p>
            <a:r>
              <a:rPr lang="en-US" dirty="0"/>
              <a:t>Alt shows text  if the image doesn’t exists.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F8E2F-0C33-4CD6-B2BB-BBD49A91B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34" t="10574" r="19250" b="10066"/>
          <a:stretch/>
        </p:blipFill>
        <p:spPr>
          <a:xfrm>
            <a:off x="1920240" y="1412240"/>
            <a:ext cx="8585200" cy="386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0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6DA9-FF30-4BA3-8AB6-4A7E71B0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a picture as a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2F61-64A7-4AC6-BDC0-26C86FF99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76240"/>
            <a:ext cx="10515600" cy="12395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Background-image: url(“”);</a:t>
            </a:r>
          </a:p>
          <a:p>
            <a:r>
              <a:rPr lang="en-US" dirty="0"/>
              <a:t>Background-repeat: no-repeat</a:t>
            </a:r>
          </a:p>
          <a:p>
            <a:r>
              <a:rPr lang="en-US" dirty="0"/>
              <a:t>Background-size: cover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C736E-EC63-490B-B1AE-F02F4C3FE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50" t="2206" b="8038"/>
          <a:stretch/>
        </p:blipFill>
        <p:spPr>
          <a:xfrm>
            <a:off x="1595120" y="1630680"/>
            <a:ext cx="9357360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HTML/CSS: graphics</vt:lpstr>
      <vt:lpstr>&lt;canvas&gt; element</vt:lpstr>
      <vt:lpstr>Add text context</vt:lpstr>
      <vt:lpstr>Draw a circle</vt:lpstr>
      <vt:lpstr>&lt;img&gt; : Embed a picture</vt:lpstr>
      <vt:lpstr>Spread a picture as a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8</cp:revision>
  <dcterms:created xsi:type="dcterms:W3CDTF">2020-03-05T16:40:50Z</dcterms:created>
  <dcterms:modified xsi:type="dcterms:W3CDTF">2020-03-05T18:55:40Z</dcterms:modified>
</cp:coreProperties>
</file>