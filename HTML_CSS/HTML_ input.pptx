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input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3A86-18A2-4E2F-A0AC-317B7325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&lt;input&gt; is an important element.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1B49-0F6C-484D-AC91-38FDCCC08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&lt;input type=“text”&gt;&lt;/input&gt;</a:t>
            </a:r>
          </a:p>
          <a:p>
            <a:r>
              <a:rPr lang="en-US" dirty="0"/>
              <a:t>&lt;input type=“button”&gt;&lt;/input&gt;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90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1A8E-5435-4BC1-85B3-E6CD5CE8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AB549-DE6A-4C14-A49B-0FA0132C2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3839"/>
            <a:ext cx="10515600" cy="12496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Type: text, text area</a:t>
            </a:r>
          </a:p>
          <a:p>
            <a:r>
              <a:rPr lang="en-US" dirty="0"/>
              <a:t>Type in HTML only: number, URL, email, </a:t>
            </a:r>
            <a:r>
              <a:rPr lang="en-US" dirty="0" err="1"/>
              <a:t>tel</a:t>
            </a:r>
            <a:r>
              <a:rPr lang="en-US" dirty="0"/>
              <a:t>, date</a:t>
            </a:r>
          </a:p>
          <a:p>
            <a:r>
              <a:rPr lang="en-US" dirty="0"/>
              <a:t>Attribute: required, placeholder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BB8B5-DA7A-4568-A91C-EA3E643B92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67" t="11587" r="19750" b="13108"/>
          <a:stretch/>
        </p:blipFill>
        <p:spPr>
          <a:xfrm>
            <a:off x="1737359" y="1290319"/>
            <a:ext cx="9354963" cy="395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388C-F6C3-4994-AC82-BA89E938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D057E-EE77-49A9-AD5A-55ADC64C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3199"/>
            <a:ext cx="10515600" cy="1097281"/>
          </a:xfrm>
        </p:spPr>
        <p:txBody>
          <a:bodyPr>
            <a:normAutofit/>
          </a:bodyPr>
          <a:lstStyle/>
          <a:p>
            <a:r>
              <a:rPr lang="en-US" dirty="0"/>
              <a:t>Type: button, submit, reset</a:t>
            </a:r>
          </a:p>
          <a:p>
            <a:r>
              <a:rPr lang="en-US" dirty="0"/>
              <a:t>disabled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57BEC-9F99-491D-8CD7-222EDFB677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33" t="11841" r="30000" b="28829"/>
          <a:stretch/>
        </p:blipFill>
        <p:spPr>
          <a:xfrm>
            <a:off x="1473199" y="1660684"/>
            <a:ext cx="8781279" cy="32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0889-ED83-472A-A9CB-A5DFBFDF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check box and radio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B244-68B8-4846-BC98-FB5FE9EA5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640" y="5242559"/>
            <a:ext cx="10515600" cy="1086803"/>
          </a:xfrm>
        </p:spPr>
        <p:txBody>
          <a:bodyPr/>
          <a:lstStyle/>
          <a:p>
            <a:r>
              <a:rPr lang="en-US" dirty="0"/>
              <a:t>Type: checkbox, radio</a:t>
            </a:r>
          </a:p>
          <a:p>
            <a:r>
              <a:rPr lang="en-US" dirty="0"/>
              <a:t>Attribute: checked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D874F-1E92-4CCE-B68B-76245561AB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83" t="11842" r="19417" b="18686"/>
          <a:stretch/>
        </p:blipFill>
        <p:spPr>
          <a:xfrm>
            <a:off x="1598420" y="1690688"/>
            <a:ext cx="97553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3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576C-CCDE-44A2-89B4-C378A161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5148D-DA78-4067-BBB0-96707B078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9561"/>
            <a:ext cx="10515600" cy="1158241"/>
          </a:xfrm>
        </p:spPr>
        <p:txBody>
          <a:bodyPr>
            <a:normAutofit/>
          </a:bodyPr>
          <a:lstStyle/>
          <a:p>
            <a:r>
              <a:rPr lang="en-US" dirty="0"/>
              <a:t>Type: range</a:t>
            </a:r>
          </a:p>
          <a:p>
            <a:r>
              <a:rPr lang="en-US" dirty="0"/>
              <a:t>Attribute: min, max,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CC203-098A-40D8-A633-60B658E983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66" t="9812" r="21834" b="19193"/>
          <a:stretch/>
        </p:blipFill>
        <p:spPr>
          <a:xfrm>
            <a:off x="1066799" y="1605279"/>
            <a:ext cx="9533273" cy="36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24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102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HTML/CSS: input element</vt:lpstr>
      <vt:lpstr>&lt;input&gt; is an important element.</vt:lpstr>
      <vt:lpstr>Text input</vt:lpstr>
      <vt:lpstr>Input button</vt:lpstr>
      <vt:lpstr>Input check box and radio button</vt:lpstr>
      <vt:lpstr>Slider control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11</cp:revision>
  <dcterms:created xsi:type="dcterms:W3CDTF">2020-03-05T16:40:50Z</dcterms:created>
  <dcterms:modified xsi:type="dcterms:W3CDTF">2020-03-06T02:45:13Z</dcterms:modified>
</cp:coreProperties>
</file>