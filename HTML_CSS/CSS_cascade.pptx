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p element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6th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364E-14DE-47AC-9A8F-B98D7F5D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0010-37D8-4B5B-A844-A03A2934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27039"/>
            <a:ext cx="10515600" cy="64992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A8D718-2FD5-406C-BC10-5D67780DA3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67" t="11588" r="21583" b="8038"/>
          <a:stretch/>
        </p:blipFill>
        <p:spPr>
          <a:xfrm>
            <a:off x="2397760" y="1487741"/>
            <a:ext cx="8056880" cy="36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7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DEBA-7AA6-4313-BF3B-8481F177D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execution of CSS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3B49-A221-4CF8-AA60-15913C76E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1825625"/>
            <a:ext cx="9433560" cy="4667250"/>
          </a:xfrm>
        </p:spPr>
        <p:txBody>
          <a:bodyPr>
            <a:normAutofit/>
          </a:bodyPr>
          <a:lstStyle/>
          <a:p>
            <a:r>
              <a:rPr lang="en-US" dirty="0"/>
              <a:t>Internal style embedded in HTML tags is highest</a:t>
            </a:r>
            <a:br>
              <a:rPr lang="en-US" dirty="0"/>
            </a:br>
            <a:r>
              <a:rPr lang="en-US" dirty="0"/>
              <a:t> &lt;p style=“”&gt;&lt;/p&gt;</a:t>
            </a:r>
          </a:p>
          <a:p>
            <a:r>
              <a:rPr lang="en-US" dirty="0"/>
              <a:t>Embedded CSS : </a:t>
            </a:r>
            <a:br>
              <a:rPr lang="en-US" dirty="0"/>
            </a:br>
            <a:r>
              <a:rPr lang="en-US" dirty="0"/>
              <a:t>&lt;style&gt;</a:t>
            </a:r>
            <a:br>
              <a:rPr lang="en-US" dirty="0"/>
            </a:br>
            <a:r>
              <a:rPr lang="en-US" dirty="0"/>
              <a:t>  p{</a:t>
            </a:r>
            <a:br>
              <a:rPr lang="en-US" dirty="0"/>
            </a:br>
            <a:r>
              <a:rPr lang="en-US" dirty="0"/>
              <a:t>     }</a:t>
            </a:r>
            <a:br>
              <a:rPr lang="en-US" dirty="0"/>
            </a:br>
            <a:r>
              <a:rPr lang="en-US" dirty="0"/>
              <a:t>&lt;/style&gt;</a:t>
            </a:r>
          </a:p>
          <a:p>
            <a:r>
              <a:rPr lang="en-US" dirty="0"/>
              <a:t>External CSS file : *.</a:t>
            </a:r>
            <a:r>
              <a:rPr lang="en-US" dirty="0" err="1"/>
              <a:t>css</a:t>
            </a:r>
            <a:endParaRPr lang="en-US" dirty="0"/>
          </a:p>
          <a:p>
            <a:r>
              <a:rPr lang="en-US" dirty="0"/>
              <a:t>Inherited style</a:t>
            </a:r>
          </a:p>
          <a:p>
            <a:r>
              <a:rPr lang="en-US" dirty="0"/>
              <a:t>Default style is the lowest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6EE371F8-2045-4CED-A0F8-A0DD33CED562}"/>
              </a:ext>
            </a:extLst>
          </p:cNvPr>
          <p:cNvSpPr/>
          <p:nvPr/>
        </p:nvSpPr>
        <p:spPr>
          <a:xfrm>
            <a:off x="838200" y="1981200"/>
            <a:ext cx="655320" cy="42976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4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EB56-EF29-4C4D-975F-76952A14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of CSS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2E4CF-DE1E-4D4D-B507-3C691EFBF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800" y="1825625"/>
            <a:ext cx="8991600" cy="3234055"/>
          </a:xfrm>
        </p:spPr>
        <p:txBody>
          <a:bodyPr/>
          <a:lstStyle/>
          <a:p>
            <a:r>
              <a:rPr lang="en-US" dirty="0"/>
              <a:t>ID selector:  #div1</a:t>
            </a:r>
          </a:p>
          <a:p>
            <a:r>
              <a:rPr lang="en-US" dirty="0"/>
              <a:t>Class selector:  .div</a:t>
            </a:r>
          </a:p>
          <a:p>
            <a:r>
              <a:rPr lang="en-US" dirty="0"/>
              <a:t>Element selector: div</a:t>
            </a:r>
          </a:p>
          <a:p>
            <a:r>
              <a:rPr lang="en-US" dirty="0"/>
              <a:t>Inheritance: child style inherits from parent style</a:t>
            </a:r>
          </a:p>
          <a:p>
            <a:r>
              <a:rPr lang="en-US" dirty="0"/>
              <a:t>default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794FCDDC-3245-41B1-BEF3-5618407A1228}"/>
              </a:ext>
            </a:extLst>
          </p:cNvPr>
          <p:cNvSpPr/>
          <p:nvPr/>
        </p:nvSpPr>
        <p:spPr>
          <a:xfrm>
            <a:off x="838200" y="1981200"/>
            <a:ext cx="655320" cy="42976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F69CD-71D4-4358-9F98-038C5E72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133E-4D60-4A2F-966C-D2EAAE0F2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30799"/>
            <a:ext cx="10515600" cy="10461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7B0E2-8467-4B34-A7BC-3823E586BC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50" t="12348" r="13500" b="7531"/>
          <a:stretch/>
        </p:blipFill>
        <p:spPr>
          <a:xfrm>
            <a:off x="897039" y="1148080"/>
            <a:ext cx="10397922" cy="398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35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96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HTML/CSS: p element</vt:lpstr>
      <vt:lpstr>Cascade style</vt:lpstr>
      <vt:lpstr>Order execution of CSS style</vt:lpstr>
      <vt:lpstr>Priority of CSS selector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8</cp:revision>
  <dcterms:created xsi:type="dcterms:W3CDTF">2020-03-05T16:40:50Z</dcterms:created>
  <dcterms:modified xsi:type="dcterms:W3CDTF">2020-03-06T22:39:55Z</dcterms:modified>
</cp:coreProperties>
</file>