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457BE86-391E-4FF4-AB8F-277A8B201569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ADE4-F5E0-4D37-BAF5-83E27F813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F28BF-CBB0-49A6-A6BA-BF4611568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9F361-834B-4FE8-B7E5-6ECCFCBF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A64E7-EA00-4C27-ACBC-3B13AEDC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8564-5A6C-497B-91D8-7CEDE9EB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3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C9CF-E61C-4B14-8D90-B4AC3A2C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9D39-07F8-4B4B-A076-214CE84B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A955-93FE-4207-B117-3559B65E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8037-E08D-48BD-80B0-5B6F314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C0F58-88AC-4171-8DB9-CD406834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9830-F4D1-471B-8878-245AA0DE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C5CD-CDD3-424F-8337-B1167D9FF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ABA9-5D3C-4D26-9539-AFFF5E17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A8B9-D9F9-4DF0-97FF-DC1C569A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DE69-B9DD-4B4A-9621-C1A184B0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F0C0-13A3-459E-9DA7-2F5910DB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4B46-1703-4A38-98E3-3D4281431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B2FFD-1A8B-43D0-82E6-DC874F9B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44FCB-28A7-45AE-8BA9-9E94646A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B2723-9366-4071-8DD4-CEDD23BD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66C4C-84E9-4588-BD55-62159B6E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2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8114-F279-499F-987D-1B23726B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DAD77-3971-4C57-8971-B23AA54BB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BCE98-0B37-4D5A-8C7F-247B9255E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7B656-0007-4A11-A342-469CE21F3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6A3F7-D794-4BBC-9BCA-1C0216D3C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01BE9-E33E-4AAE-B932-C44E00B4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407C9-4CBF-499D-B827-C0BD6AE5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F141F-680C-4452-AAD9-CE6BE721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4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6193-250D-4B0A-BF9D-1B78539F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12D7A-66E0-41E8-9836-4C59BA57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94014-0AEB-404F-A20E-76EBCE22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70110-E2A0-41A2-A186-2884957A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7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97D48-7817-4EAE-8795-9DC56A94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1DB03-66D8-412D-870F-8D4ADE5D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ECA6E-F15C-4209-BCFC-8A89380B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3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A41A-CB18-416E-93F3-F439D5C4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37C5-6707-4402-82B8-F4F0B7F1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CAD54-9D1B-4A9D-9A91-68F541D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243EE-713E-4EBA-9C6C-6ADB7E1E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4976-F7DD-4760-B240-185CBC9A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5DB4-B7B0-4A6C-9DED-74AAA450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6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9C79-D13F-43E8-AAA6-805F89F3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8E3C-2F34-4808-90E9-B82A10FDF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DB1B7-8EFF-44EB-A3D8-8FB25EA44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F6704-9E0F-4AAE-B758-51FB82E2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7ACE1-A089-44E1-8A76-372D20F9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B7D27-C4FB-4DE1-985E-F0B98899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2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3B65-E4CB-4786-96D3-136A9EE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320A7-E2E6-4DD5-9585-9A1E2622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9BA4C-372A-4ED2-AA13-0F0AD315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F49B-DC6A-46C0-ACAE-DAE93D97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D8B92-7A9F-4D8E-B58E-11389C1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8C328-AF78-458D-BB95-3434E957A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5E199-6AAD-49A2-ABE6-09A7C630E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C0DB-03E3-43D8-9F26-F52BEC3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57B4-44A8-47FE-80B2-23E89C1F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FF4A7-09E7-4135-B0C4-ED5F5CD6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6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F3057-01EC-4DDE-A74C-9253BE1E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E1DBB-D9C6-4D6D-AC01-7737A08A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2569-8F56-4F27-AE4D-3E0F0C7A3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A7F3-AB92-491A-8F56-FE86C93FC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4D36E-65D5-47D9-9574-E800123D8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EBAE-DF84-4A14-990A-CE1C29585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HTML/CSS:</a:t>
            </a:r>
            <a:br>
              <a:rPr lang="en-US" dirty="0"/>
            </a:br>
            <a:r>
              <a:rPr lang="en-US" dirty="0"/>
              <a:t>font and line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6274-6B2E-46E2-B46A-2FFBCF1F4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/>
              <a:t>Initiation: March 5th, 2020</a:t>
            </a:r>
          </a:p>
        </p:txBody>
      </p:sp>
    </p:spTree>
    <p:extLst>
      <p:ext uri="{BB962C8B-B14F-4D97-AF65-F5344CB8AC3E}">
        <p14:creationId xmlns:p14="http://schemas.microsoft.com/office/powerpoint/2010/main" val="144159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364E-14DE-47AC-9A8F-B98D7F5D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font size of some common 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10010-37D8-4B5B-A844-A03A2934B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84799"/>
            <a:ext cx="10515600" cy="792163"/>
          </a:xfrm>
        </p:spPr>
        <p:txBody>
          <a:bodyPr/>
          <a:lstStyle/>
          <a:p>
            <a:r>
              <a:rPr lang="en-US" dirty="0"/>
              <a:t>The default font size of browser is 16px.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4C6EC9-D40C-40E8-8954-CF524ED42B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833" t="11080" r="29416" b="14884"/>
          <a:stretch/>
        </p:blipFill>
        <p:spPr>
          <a:xfrm>
            <a:off x="2672080" y="1503680"/>
            <a:ext cx="7569200" cy="370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79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9D463-2571-4648-93F0-5ACE0445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12C65-BA66-4AA0-8A32-77031BF1C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font-size: 10px</a:t>
            </a:r>
          </a:p>
          <a:p>
            <a:r>
              <a:rPr lang="en-US" dirty="0"/>
              <a:t>font-family: Times New Roman, Arial</a:t>
            </a:r>
          </a:p>
          <a:p>
            <a:r>
              <a:rPr lang="en-US" dirty="0"/>
              <a:t>Font-style: normal, italic, oblique</a:t>
            </a:r>
            <a:r>
              <a:rPr lang="en-US"/>
              <a:t>, inherit</a:t>
            </a:r>
            <a:endParaRPr lang="en-US" dirty="0"/>
          </a:p>
          <a:p>
            <a:r>
              <a:rPr lang="en-US" dirty="0"/>
              <a:t>Font-weight: normal, bold, bolder</a:t>
            </a:r>
          </a:p>
          <a:p>
            <a:r>
              <a:rPr lang="en-US" dirty="0"/>
              <a:t>color: #000;</a:t>
            </a:r>
          </a:p>
          <a:p>
            <a:r>
              <a:rPr lang="en-US" dirty="0"/>
              <a:t>Background-color: red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97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FF8A-651C-4FFE-9DD1-A6DD01DEA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7BF9D-EE21-4577-B854-99384161A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height: container height</a:t>
            </a:r>
          </a:p>
          <a:p>
            <a:r>
              <a:rPr lang="en-US" dirty="0"/>
              <a:t>width: container width</a:t>
            </a:r>
          </a:p>
          <a:p>
            <a:r>
              <a:rPr lang="en-US" dirty="0"/>
              <a:t>line-height:  height of line</a:t>
            </a:r>
          </a:p>
          <a:p>
            <a:r>
              <a:rPr lang="en-US" dirty="0"/>
              <a:t>text-align: text position</a:t>
            </a:r>
          </a:p>
        </p:txBody>
      </p:sp>
    </p:spTree>
    <p:extLst>
      <p:ext uri="{BB962C8B-B14F-4D97-AF65-F5344CB8AC3E}">
        <p14:creationId xmlns:p14="http://schemas.microsoft.com/office/powerpoint/2010/main" val="1038312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F99B-ADF1-48B2-B034-82F8BD8B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95CC3-7403-46E6-8ECB-70D1E9ED6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84799"/>
            <a:ext cx="10515600" cy="7921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424355-E89D-4828-9402-469B7C784B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500" t="11081" b="7531"/>
          <a:stretch/>
        </p:blipFill>
        <p:spPr>
          <a:xfrm>
            <a:off x="695960" y="1344210"/>
            <a:ext cx="10800080" cy="40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45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522D-50EF-40CD-A942-292E69BF5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HTML : a coding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40AB8-451E-4A6C-8990-F480E5326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8879"/>
            <a:ext cx="10515600" cy="1168083"/>
          </a:xfrm>
        </p:spPr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i</a:t>
            </a:r>
            <a:r>
              <a:rPr lang="en-US" dirty="0"/>
              <a:t>&gt; or &lt;em&gt;</a:t>
            </a:r>
          </a:p>
          <a:p>
            <a:r>
              <a:rPr lang="en-US" dirty="0"/>
              <a:t>&lt;b&gt; or &lt;strong&gt;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082686-1C16-4D81-ACCB-84A93B961B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49" t="10572" r="25417" b="10574"/>
          <a:stretch/>
        </p:blipFill>
        <p:spPr>
          <a:xfrm>
            <a:off x="3312160" y="1306986"/>
            <a:ext cx="6908800" cy="386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3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D83CB-7D6F-47DE-8E40-B5752C3DC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text-transform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42756-2B6B-4FD3-9E22-7A0F30B35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480" y="5608319"/>
            <a:ext cx="10515600" cy="975043"/>
          </a:xfrm>
        </p:spPr>
        <p:txBody>
          <a:bodyPr/>
          <a:lstStyle/>
          <a:p>
            <a:r>
              <a:rPr lang="en-US" dirty="0"/>
              <a:t>Text-transform: none, uppercase, lowercase</a:t>
            </a:r>
            <a:r>
              <a:rPr lang="en-US"/>
              <a:t>, capitalize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72CEC-9C33-4994-8051-4FC2938A84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50" t="10827" r="23583" b="8038"/>
          <a:stretch/>
        </p:blipFill>
        <p:spPr>
          <a:xfrm>
            <a:off x="1940560" y="1392233"/>
            <a:ext cx="7965440" cy="392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9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117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HTML/CSS: font and line style</vt:lpstr>
      <vt:lpstr>Default font size of some common tags</vt:lpstr>
      <vt:lpstr>Font</vt:lpstr>
      <vt:lpstr>Line position</vt:lpstr>
      <vt:lpstr>PowerPoint Presentation</vt:lpstr>
      <vt:lpstr>Semantic HTML : a coding style</vt:lpstr>
      <vt:lpstr>text-transform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HTML/CSS: p element</dc:title>
  <dc:creator>Tiezheng Yuan</dc:creator>
  <cp:lastModifiedBy>Tiezheng Yuan</cp:lastModifiedBy>
  <cp:revision>13</cp:revision>
  <dcterms:created xsi:type="dcterms:W3CDTF">2020-03-05T16:40:50Z</dcterms:created>
  <dcterms:modified xsi:type="dcterms:W3CDTF">2020-03-06T22:31:00Z</dcterms:modified>
</cp:coreProperties>
</file>