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ADE4-F5E0-4D37-BAF5-83E27F813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F28BF-CBB0-49A6-A6BA-BF4611568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9F361-834B-4FE8-B7E5-6ECCFCBF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A64E7-EA00-4C27-ACBC-3B13AEDC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8564-5A6C-497B-91D8-7CEDE9EB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3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C9CF-E61C-4B14-8D90-B4AC3A2C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59D39-07F8-4B4B-A076-214CE84B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CA955-93FE-4207-B117-3559B65E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8037-E08D-48BD-80B0-5B6F314E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C0F58-88AC-4171-8DB9-CD406834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9830-F4D1-471B-8878-245AA0DE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AC5CD-CDD3-424F-8337-B1167D9FF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3ABA9-5D3C-4D26-9539-AFFF5E17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7A8B9-D9F9-4DF0-97FF-DC1C569A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0DE69-B9DD-4B4A-9621-C1A184B0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80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F0C0-13A3-459E-9DA7-2F5910DB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14B46-1703-4A38-98E3-3D4281431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B2FFD-1A8B-43D0-82E6-DC874F9B6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44FCB-28A7-45AE-8BA9-9E94646A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B2723-9366-4071-8DD4-CEDD23BD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66C4C-84E9-4588-BD55-62159B6E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2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8114-F279-499F-987D-1B23726B2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DAD77-3971-4C57-8971-B23AA54BB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BCE98-0B37-4D5A-8C7F-247B9255E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7B656-0007-4A11-A342-469CE21F31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6A3F7-D794-4BBC-9BCA-1C0216D3C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901BE9-E33E-4AAE-B932-C44E00B4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B407C9-4CBF-499D-B827-C0BD6AE5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8F141F-680C-4452-AAD9-CE6BE721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4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6193-250D-4B0A-BF9D-1B78539F1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912D7A-66E0-41E8-9836-4C59BA57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94014-0AEB-404F-A20E-76EBCE22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70110-E2A0-41A2-A186-2884957A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7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97D48-7817-4EAE-8795-9DC56A94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1DB03-66D8-412D-870F-8D4ADE5D6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ECA6E-F15C-4209-BCFC-8A89380B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3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A41A-CB18-416E-93F3-F439D5C46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337C5-6707-4402-82B8-F4F0B7F1D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CAD54-9D1B-4A9D-9A91-68F541DB5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243EE-713E-4EBA-9C6C-6ADB7E1E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4976-F7DD-4760-B240-185CBC9A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05DB4-B7B0-4A6C-9DED-74AAA450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6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49C79-D13F-43E8-AAA6-805F89F3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48E3C-2F34-4808-90E9-B82A10FDF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DB1B7-8EFF-44EB-A3D8-8FB25EA44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F6704-9E0F-4AAE-B758-51FB82E2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7ACE1-A089-44E1-8A76-372D20F9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B7D27-C4FB-4DE1-985E-F0B98899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25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3B65-E4CB-4786-96D3-136A9EEE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320A7-E2E6-4DD5-9585-9A1E2622A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9BA4C-372A-4ED2-AA13-0F0AD315E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BF49B-DC6A-46C0-ACAE-DAE93D97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D8B92-7A9F-4D8E-B58E-11389C1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1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8C328-AF78-458D-BB95-3434E957A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5E199-6AAD-49A2-ABE6-09A7C630E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4C0DB-03E3-43D8-9F26-F52BEC3E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D57B4-44A8-47FE-80B2-23E89C1F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FF4A7-09E7-4135-B0C4-ED5F5CD6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64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F3057-01EC-4DDE-A74C-9253BE1E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E1DBB-D9C6-4D6D-AC01-7737A08AB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A2569-8F56-4F27-AE4D-3E0F0C7A3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AA7F3-AB92-491A-8F56-FE86C93FC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4D36E-65D5-47D9-9574-E800123D8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EBAE-DF84-4A14-990A-CE1C295855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HTML/CSS:</a:t>
            </a:r>
            <a:br>
              <a:rPr lang="en-US" dirty="0"/>
            </a:br>
            <a:r>
              <a:rPr lang="en-US" dirty="0"/>
              <a:t>position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C6274-6B2E-46E2-B46A-2FFBCF1F48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/>
              <a:t>Initiation: March 6th</a:t>
            </a:r>
            <a:r>
              <a:rPr lang="en-US" dirty="0"/>
              <a:t>, 2020</a:t>
            </a:r>
          </a:p>
        </p:txBody>
      </p:sp>
    </p:spTree>
    <p:extLst>
      <p:ext uri="{BB962C8B-B14F-4D97-AF65-F5344CB8AC3E}">
        <p14:creationId xmlns:p14="http://schemas.microsoft.com/office/powerpoint/2010/main" val="1441591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F1BC2-CDFD-484D-8454-C4E51AD00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 in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3794A-005B-4A9B-917A-59DD67FB7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Position: </a:t>
            </a:r>
            <a:br>
              <a:rPr lang="en-US" dirty="0"/>
            </a:br>
            <a:r>
              <a:rPr lang="en-US" dirty="0"/>
              <a:t>static, relative, fixed, absolute</a:t>
            </a:r>
          </a:p>
          <a:p>
            <a:r>
              <a:rPr lang="en-US" dirty="0"/>
              <a:t>Float: </a:t>
            </a:r>
            <a:br>
              <a:rPr lang="en-US" dirty="0"/>
            </a:br>
            <a:r>
              <a:rPr lang="en-US" dirty="0"/>
              <a:t>left, right, none, inherit</a:t>
            </a:r>
          </a:p>
          <a:p>
            <a:r>
              <a:rPr lang="en-US" dirty="0"/>
              <a:t>Overflow: The content is too big to fit a specific area</a:t>
            </a:r>
            <a:br>
              <a:rPr lang="en-US" dirty="0"/>
            </a:br>
            <a:r>
              <a:rPr lang="en-US" dirty="0"/>
              <a:t>visible (default), hidden, auto, scroll</a:t>
            </a:r>
          </a:p>
        </p:txBody>
      </p:sp>
    </p:spTree>
    <p:extLst>
      <p:ext uri="{BB962C8B-B14F-4D97-AF65-F5344CB8AC3E}">
        <p14:creationId xmlns:p14="http://schemas.microsoft.com/office/powerpoint/2010/main" val="2357496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6364E-14DE-47AC-9A8F-B98D7F5D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position is static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10010-37D8-4B5B-A844-A03A2934B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77839"/>
            <a:ext cx="10515600" cy="670243"/>
          </a:xfrm>
        </p:spPr>
        <p:txBody>
          <a:bodyPr/>
          <a:lstStyle/>
          <a:p>
            <a:r>
              <a:rPr lang="en-US" dirty="0"/>
              <a:t>Elements are put closely in order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FD18F3-3170-411A-963F-A5E44915A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5445"/>
            <a:ext cx="12192000" cy="400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79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6A07E-9B45-4526-BE6E-703385B40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8E98A-6D9F-480C-A439-C422A22B1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94959"/>
            <a:ext cx="10515600" cy="78200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Fixed position means the boxes are always in the absolute position disregarding the scroll of the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C0A1AE-E24F-41A8-8C7A-996C894A7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5445"/>
            <a:ext cx="12192000" cy="400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367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CC6C-2C50-484F-AA6A-D74C43705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Relative 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526AC-9C82-458C-8A4C-B4B24A51F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88559"/>
            <a:ext cx="10515600" cy="1188403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7876EB-D13B-478C-9C2D-E9A529730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5445"/>
            <a:ext cx="12192000" cy="400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572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495C8-5DFE-41EF-9CC6-A54E71419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Parent is absolute, child is relative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CCA18-FB6B-4E28-9DBA-F7F516DB5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23839"/>
            <a:ext cx="10515600" cy="85312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Absolute is based on the distance from the four cortex of the page: top, bottom, right, left.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85A706-D88B-431E-BB27-1E9DB1A6D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5445"/>
            <a:ext cx="12192000" cy="400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341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723D8-C258-485B-AE39-741151FFF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Parent is relative, child is absolute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AE8E1-6394-4A69-9833-CF1A96AAC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54319"/>
            <a:ext cx="10515600" cy="82264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19631B-C12D-4ACA-8DCD-0D2172CC3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5445"/>
            <a:ext cx="12192000" cy="400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248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81F68-53F6-4F6F-8E25-D7C0EB8C0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Float+overflow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4BFD8-D903-4B07-9C1E-C2A400BF3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2399"/>
            <a:ext cx="10515600" cy="944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8913F8-5602-4788-AFBA-4EA3A226F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5445"/>
            <a:ext cx="12192000" cy="400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369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109F0-0E35-4DDE-BDEF-560A0E5D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design using CSS float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038B2-38C0-4ECB-BC19-DBFD3C9E2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18479"/>
            <a:ext cx="10515600" cy="55848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30AFA1-9ECC-4B61-B292-794655B13A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750" t="11080" r="12584" b="9052"/>
          <a:stretch/>
        </p:blipFill>
        <p:spPr>
          <a:xfrm>
            <a:off x="838200" y="1463039"/>
            <a:ext cx="11028406" cy="415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372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0D43-CD64-405E-8C51-546E2B121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Collapse of height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ABE80-B7CB-48CE-9F0B-FD4B0780E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2399"/>
            <a:ext cx="10515600" cy="944563"/>
          </a:xfrm>
        </p:spPr>
        <p:txBody>
          <a:bodyPr/>
          <a:lstStyle/>
          <a:p>
            <a:r>
              <a:rPr lang="en-US" dirty="0"/>
              <a:t>The parent container fails to containing all child containers.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DC1DB4-2EE0-4671-AB70-8750B88E57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667" t="11081" b="8291"/>
          <a:stretch/>
        </p:blipFill>
        <p:spPr>
          <a:xfrm>
            <a:off x="2153920" y="1869440"/>
            <a:ext cx="10038080" cy="323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93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0D43-CD64-405E-8C51-546E2B121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Parent container encloses all children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ABE80-B7CB-48CE-9F0B-FD4B0780E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91199"/>
            <a:ext cx="10515600" cy="944563"/>
          </a:xfrm>
        </p:spPr>
        <p:txBody>
          <a:bodyPr/>
          <a:lstStyle/>
          <a:p>
            <a:r>
              <a:rPr lang="en-US" dirty="0"/>
              <a:t>Set overflow = hidden in the parent element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43A156-1ED5-483A-8E3B-EBC2FCCA8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5445"/>
            <a:ext cx="12192000" cy="400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55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5F5D5-5FA6-4755-AF5A-3D995CA35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9398"/>
            <a:ext cx="10515600" cy="1325563"/>
          </a:xfrm>
        </p:spPr>
        <p:txBody>
          <a:bodyPr/>
          <a:lstStyle/>
          <a:p>
            <a:r>
              <a:rPr lang="en-US" dirty="0"/>
              <a:t>Float clear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B63AD-96DD-48E9-BAF4-774A91802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6045517"/>
            <a:ext cx="10515600" cy="812483"/>
          </a:xfrm>
        </p:spPr>
        <p:txBody>
          <a:bodyPr/>
          <a:lstStyle/>
          <a:p>
            <a:r>
              <a:rPr lang="en-US" dirty="0"/>
              <a:t>Clear property is used after a float property of an element is used.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081886-D06A-40AC-BFD3-57F6120E0B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17" t="11587" r="3121" b="9305"/>
          <a:stretch/>
        </p:blipFill>
        <p:spPr>
          <a:xfrm>
            <a:off x="303844" y="1484098"/>
            <a:ext cx="11888156" cy="388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797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175</Words>
  <Application>Microsoft Office PowerPoint</Application>
  <PresentationFormat>Widescreen</PresentationFormat>
  <Paragraphs>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HTML/CSS: position</vt:lpstr>
      <vt:lpstr>Position in CSS</vt:lpstr>
      <vt:lpstr>Default position is static</vt:lpstr>
      <vt:lpstr>fixed</vt:lpstr>
      <vt:lpstr>Relative position</vt:lpstr>
      <vt:lpstr>Parent is absolute, child is relative</vt:lpstr>
      <vt:lpstr>Parent is relative, child is absolute</vt:lpstr>
      <vt:lpstr>Float+overflow</vt:lpstr>
      <vt:lpstr>Layout design using CSS float</vt:lpstr>
      <vt:lpstr>Collapse of height</vt:lpstr>
      <vt:lpstr>Parent container encloses all children</vt:lpstr>
      <vt:lpstr>Float clear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HTML/CSS: p element</dc:title>
  <dc:creator>Tiezheng Yuan</dc:creator>
  <cp:lastModifiedBy>Tiezheng Yuan</cp:lastModifiedBy>
  <cp:revision>23</cp:revision>
  <dcterms:created xsi:type="dcterms:W3CDTF">2020-03-05T16:40:50Z</dcterms:created>
  <dcterms:modified xsi:type="dcterms:W3CDTF">2020-03-06T14:57:29Z</dcterms:modified>
</cp:coreProperties>
</file>