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78" r:id="rId3"/>
    <p:sldId id="273" r:id="rId4"/>
    <p:sldId id="275" r:id="rId5"/>
    <p:sldId id="259" r:id="rId6"/>
    <p:sldId id="276" r:id="rId7"/>
    <p:sldId id="277" r:id="rId8"/>
    <p:sldId id="279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73878" autoAdjust="0"/>
  </p:normalViewPr>
  <p:slideViewPr>
    <p:cSldViewPr snapToGrid="0">
      <p:cViewPr varScale="1">
        <p:scale>
          <a:sx n="39" d="100"/>
          <a:sy n="39" d="100"/>
        </p:scale>
        <p:origin x="123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35E18-C188-4B80-9445-659122C614DD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6EDF5-73A9-4F30-B1A6-8B6AF30FC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61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Hello. Today I am going to introduce what is inheritance in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4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table, I compare the difference between process and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32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CPU-intensive task means that the execution of a program or process is mostly limited by the rate of CPU. Most of the time is spent at execution of the code.</a:t>
            </a:r>
            <a:br>
              <a:rPr lang="en-US" sz="1200" dirty="0"/>
            </a:br>
            <a:r>
              <a:rPr lang="en-US" sz="1200" dirty="0"/>
              <a:t>Examples: matrix calculation, big data processing. </a:t>
            </a:r>
          </a:p>
          <a:p>
            <a:r>
              <a:rPr lang="en-US" sz="1200" dirty="0"/>
              <a:t>IO-intensive task means such execution is constrained by the rate of IO device. The process is blocked by IO device.</a:t>
            </a:r>
            <a:br>
              <a:rPr lang="en-US" sz="1200" dirty="0"/>
            </a:br>
            <a:r>
              <a:rPr lang="en-US" sz="1200" dirty="0"/>
              <a:t>Examples:  the operations of read/write tremendous files are often limited by IO rate of hard drives. Web scrapping are often limited by the socket of internet.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4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Python is a kind of interpreting programming language, written by C. The default interpreter of Python is </a:t>
            </a:r>
            <a:r>
              <a:rPr lang="en-US" sz="1200" dirty="0" err="1"/>
              <a:t>CPython</a:t>
            </a:r>
            <a:r>
              <a:rPr lang="en-US" sz="1200" dirty="0"/>
              <a:t>. In </a:t>
            </a:r>
            <a:r>
              <a:rPr lang="en-US" sz="1200" dirty="0" err="1"/>
              <a:t>Cpython</a:t>
            </a:r>
            <a:r>
              <a:rPr lang="en-US" sz="1200" dirty="0"/>
              <a:t>, GIL protects access to Python objects, allowing that only one thread execution at a time.</a:t>
            </a:r>
          </a:p>
          <a:p>
            <a:r>
              <a:rPr lang="en-US" sz="1200" dirty="0"/>
              <a:t>Due to GIL, the pattern multi-threading in Python is close to time-division multiplexing. </a:t>
            </a:r>
            <a:r>
              <a:rPr lang="en-US" dirty="0"/>
              <a:t>Because of GIL, execution of python scripts using multi-threading isn’t concurrent multiple threading but pseudo-multiple threads, of which a single thread is executed in one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17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python model thread is used in python2, and removed from standard library in Python3.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84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module threading displace the module thread.  In this example, the script instantiate the object of </a:t>
            </a:r>
            <a:r>
              <a:rPr lang="en-US" dirty="0" err="1"/>
              <a:t>threading.thread</a:t>
            </a:r>
            <a:r>
              <a:rPr lang="en-US" dirty="0"/>
              <a:t>().</a:t>
            </a:r>
          </a:p>
          <a:p>
            <a:r>
              <a:rPr lang="en-US" dirty="0"/>
              <a:t>In this method, the method join() tells python interpreter to release resource once a children thread is done without waiting the parent thread.</a:t>
            </a:r>
          </a:p>
          <a:p>
            <a:r>
              <a:rPr lang="en-US" dirty="0"/>
              <a:t>All objects (variables) are shared by various threads in this pattern. So be watchful when applying multi-threading.  Therefore, it is safe to lock particular variables preventing conflicts.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23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This code represent the usage of multi-threading using the python module </a:t>
            </a:r>
            <a:r>
              <a:rPr lang="en-US" sz="1200" dirty="0" err="1"/>
              <a:t>multiprocessing.dummy</a:t>
            </a:r>
            <a:endParaRPr lang="en-US" sz="1200" dirty="0"/>
          </a:p>
          <a:p>
            <a:r>
              <a:rPr lang="en-US" sz="1200" dirty="0" err="1"/>
              <a:t>multiprocessing.dummy</a:t>
            </a:r>
            <a:r>
              <a:rPr lang="en-US" sz="1200" dirty="0"/>
              <a:t> replicates the API of multiprocessing but is no more than a wrapper around the threading module. </a:t>
            </a:r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75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This code represent the usage of multi-processing using the python module multiprocessing</a:t>
            </a:r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490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Vector processing is alternative for parallel processing. A vector is like an array. All elements of a vector are processed in one clock period.  The python method map() is an example for speeding up execution. The execution time of map() is always shorter </a:t>
            </a:r>
            <a:r>
              <a:rPr lang="en-US"/>
              <a:t>than for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013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CFBA-7278-4EB3-9731-0EC2CA682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736D1-9549-46F6-82E7-ADBB83F78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2AB9B-6AC1-4A4E-A922-525FB5EA0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35F38-1F90-4E8A-A282-D9ED88CD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10FD0-81EB-48A4-9258-8398DE9F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80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91A9-88F4-4E90-8C13-8F233660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DEEEA-3E05-42DF-9116-AE885F6EE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35EB9-23F6-4C86-98BE-9E0C1425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FB126-880B-4535-91D3-24DE5315D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82CE4-5F0D-492C-A7C4-573DFAFC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0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834F-1BE7-44DD-8ED6-62700B61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90E5A-F37E-43F8-9F2B-F1D5FFC2B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2CB44-75A4-44D8-8DE6-2D637C175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6318C-9B86-43AE-B62C-6798A7B94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E21BB-7B39-442C-9A2F-A71606FE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7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CDE0-49EB-42CE-982C-3023921EC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870B-AB41-452D-AFE5-F9403D30F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9CBAD-E0D3-4ABC-8395-1D5466096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63517-E313-455F-8B5D-79410964A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CEB3E-7FD3-437B-8B84-4CBC8AB8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75424-F69E-436B-8506-27D2346D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6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A273-610E-4E32-8B8A-E52ABA77F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7AA1A-186E-439C-9AA2-F0AE095D0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6384C-C5F4-41E6-BB14-90EBDF9FA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8F50F-49EA-4E8F-8608-A81C6D2D6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A6D8C2-9EFE-4B40-8009-3562B94C1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551CB-552F-4203-B2CE-E93307BE5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59EAD-F69A-41DA-A5B4-F09581C3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D2795-7649-472E-ACAC-21F7B92A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8A0B-CD8C-41A2-87C4-5E84235B5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77AC3-3055-4984-9A8E-C7DE5218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D6781-3C95-4C3A-A642-6CBD5985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CA2B6-0F8A-4464-901A-E9DB3BD2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58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6A254C-BB94-4794-BEA3-5FAF3195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2BB9C-1134-4BC3-8260-BA2B6F56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D7066-657E-48BA-9404-359D9CC5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36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F829-3243-4B52-8281-E9DDA1F3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54CC9-3699-44C0-89DC-687A8006B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42CF5-67A5-4DBF-83FB-3ECFBB488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10D33-C28F-41CB-9D79-0DF80EEB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C33DC-C239-4AF8-9D1E-E779E15D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6A338-41FE-4734-B552-5C90AA02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8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3626-38EC-40FC-81BC-1065A1D1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82D3D4-8C98-4F89-A194-5314F44C4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BCA05-EAE4-4A75-9B5F-29F22B4FC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50693-A768-4B8B-9F75-109A0C237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05722-A632-4957-BEFD-CA108BB9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034C4-659F-4689-A76E-26360649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9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064A0-DAE7-497D-A81A-04DDA7D2D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56EF7-54F1-4ABB-8450-E287FA405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116C4-249A-4AED-8C24-8A13F2A9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953A9-6C7F-4A0D-BC4B-77B717ABB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677AD-112F-4BFB-85B0-28EC54B6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9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B193EE-D243-4226-9CE6-3A107A076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420C8-2A2C-4D59-BB85-A9122D706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D92ED-73E0-43F9-9659-5926218A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28322-7817-470B-8A6B-F1D434BA2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2E6F2-BB4F-4B52-B4EE-179AE8CD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4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AAFC31-B832-4BF1-B059-70054D14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61D12-50BE-4FF9-957D-5A61FFDA8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0FBD4-EC49-4302-9342-57454FC6B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01B02-CFB9-4BE7-AFFD-E66651E1C201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9B591-E304-4539-84E8-50F8F8580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072A4-F25A-4550-BEDC-84064985E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46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458A-1DC2-4BD0-80E7-B5B1D2F035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 Python Pipeline:</a:t>
            </a:r>
            <a:br>
              <a:rPr lang="en-US" dirty="0"/>
            </a:br>
            <a:r>
              <a:rPr lang="en-US" dirty="0"/>
              <a:t>parallel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0F043-6162-49F5-A5C0-1CA1BC2BE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5116"/>
            <a:ext cx="9144000" cy="1022684"/>
          </a:xfrm>
        </p:spPr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Feb 07, 2020</a:t>
            </a:r>
          </a:p>
        </p:txBody>
      </p:sp>
    </p:spTree>
    <p:extLst>
      <p:ext uri="{BB962C8B-B14F-4D97-AF65-F5344CB8AC3E}">
        <p14:creationId xmlns:p14="http://schemas.microsoft.com/office/powerpoint/2010/main" val="2805599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9BEF9-398D-40DC-8C97-248AEB2C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Process and Thread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A0DFE84-7CB8-4EE8-A4D1-6CD4A3EC2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969291"/>
              </p:ext>
            </p:extLst>
          </p:nvPr>
        </p:nvGraphicFramePr>
        <p:xfrm>
          <a:off x="1853096" y="1690688"/>
          <a:ext cx="8128000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2205267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42012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Thread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223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An execution of a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 part of a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317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Managed by process control block of 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Managed by a schedule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61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Isolated memory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Share memory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660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Consume more system 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Require less system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739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Not data 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Share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214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Communication needs more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Communication needs less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846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438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895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C466-D4A9-45DA-A541-B54A92746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CPU- and IO-intensive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BE625-58DA-4CAF-9AC0-C39BFBBAE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CPU-intensive task means that the execution of a program or process is mostly limited by the rate of CPU. Most of the time is spent at execution of the code.</a:t>
            </a:r>
            <a:br>
              <a:rPr lang="en-US" sz="3200" dirty="0"/>
            </a:br>
            <a:r>
              <a:rPr lang="en-US" sz="3200" dirty="0"/>
              <a:t>Examples: matrix calculation, big data processing. </a:t>
            </a:r>
          </a:p>
          <a:p>
            <a:r>
              <a:rPr lang="en-US" sz="3200" dirty="0"/>
              <a:t>IO-intensive task means such execution is constrained by the rate of IO device. The process is blocked by IO device.</a:t>
            </a:r>
            <a:br>
              <a:rPr lang="en-US" sz="3200" dirty="0"/>
            </a:br>
            <a:r>
              <a:rPr lang="en-US" sz="3200" dirty="0"/>
              <a:t>Examples:  the operations of read/write tremendous files are often limited by IO rate of hard drives. Web scrapping are often limited by the socket of internet.</a:t>
            </a:r>
          </a:p>
        </p:txBody>
      </p:sp>
    </p:spTree>
    <p:extLst>
      <p:ext uri="{BB962C8B-B14F-4D97-AF65-F5344CB8AC3E}">
        <p14:creationId xmlns:p14="http://schemas.microsoft.com/office/powerpoint/2010/main" val="1700792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C466-D4A9-45DA-A541-B54A92746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Global Interpreter Lock (GIL)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BE625-58DA-4CAF-9AC0-C39BFBBAE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Python is a kind of interpreting programming language, written by C. The default interpreter of Python is </a:t>
            </a:r>
            <a:r>
              <a:rPr lang="en-US" sz="3200" dirty="0" err="1"/>
              <a:t>CPython</a:t>
            </a:r>
            <a:r>
              <a:rPr lang="en-US" sz="3200" dirty="0"/>
              <a:t>. In </a:t>
            </a:r>
            <a:r>
              <a:rPr lang="en-US" sz="3200" dirty="0" err="1"/>
              <a:t>Cpython</a:t>
            </a:r>
            <a:r>
              <a:rPr lang="en-US" sz="3200" dirty="0"/>
              <a:t>, GIL protects access to Python objects, allowing that only one thread execution at a time.</a:t>
            </a:r>
          </a:p>
          <a:p>
            <a:r>
              <a:rPr lang="en-US" sz="3200" dirty="0"/>
              <a:t>Due to GIL, the pattern multi-threading in Python is close to time-division multiplexing.</a:t>
            </a:r>
          </a:p>
        </p:txBody>
      </p:sp>
    </p:spTree>
    <p:extLst>
      <p:ext uri="{BB962C8B-B14F-4D97-AF65-F5344CB8AC3E}">
        <p14:creationId xmlns:p14="http://schemas.microsoft.com/office/powerpoint/2010/main" val="2922217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6535-93C0-4046-98E8-5150C845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55" y="506895"/>
            <a:ext cx="4000502" cy="3448879"/>
          </a:xfrm>
        </p:spPr>
        <p:txBody>
          <a:bodyPr>
            <a:normAutofit/>
          </a:bodyPr>
          <a:lstStyle/>
          <a:p>
            <a:r>
              <a:rPr lang="en-US" dirty="0" err="1"/>
              <a:t>Mutli</a:t>
            </a:r>
            <a:r>
              <a:rPr lang="en-US" dirty="0"/>
              <a:t>-threading using the module </a:t>
            </a:r>
            <a:r>
              <a:rPr lang="en-US" b="1" dirty="0"/>
              <a:t>thread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B7F8BF-4C7C-44F7-A682-45184C47D4BC}"/>
              </a:ext>
            </a:extLst>
          </p:cNvPr>
          <p:cNvSpPr/>
          <p:nvPr/>
        </p:nvSpPr>
        <p:spPr>
          <a:xfrm>
            <a:off x="5440015" y="597603"/>
            <a:ext cx="6597930" cy="569386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import thread</a:t>
            </a:r>
          </a:p>
          <a:p>
            <a:r>
              <a:rPr lang="en-US" sz="2800" dirty="0"/>
              <a:t>import time</a:t>
            </a:r>
          </a:p>
          <a:p>
            <a:endParaRPr lang="en-US" sz="2800" dirty="0"/>
          </a:p>
          <a:p>
            <a:r>
              <a:rPr lang="en-US" sz="2800" dirty="0"/>
              <a:t>#</a:t>
            </a:r>
          </a:p>
          <a:p>
            <a:r>
              <a:rPr lang="en-US" sz="2800" dirty="0"/>
              <a:t>def loop(</a:t>
            </a:r>
            <a:r>
              <a:rPr lang="en-US" sz="2800" dirty="0" err="1"/>
              <a:t>tid,x</a:t>
            </a:r>
            <a:r>
              <a:rPr lang="en-US" sz="2800" dirty="0"/>
              <a:t>):</a:t>
            </a:r>
          </a:p>
          <a:p>
            <a:r>
              <a:rPr lang="en-US" sz="2800" dirty="0"/>
              <a:t>    print ("ID:%s=%s\n", </a:t>
            </a:r>
            <a:r>
              <a:rPr lang="en-US" sz="2800" dirty="0" err="1"/>
              <a:t>tid,x</a:t>
            </a:r>
            <a:r>
              <a:rPr lang="en-US" sz="2800" dirty="0"/>
              <a:t>)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time.sleep</a:t>
            </a:r>
            <a:r>
              <a:rPr lang="en-US" sz="2800" dirty="0"/>
              <a:t>(100000)</a:t>
            </a:r>
          </a:p>
          <a:p>
            <a:r>
              <a:rPr lang="en-US" sz="2800" dirty="0"/>
              <a:t>        </a:t>
            </a:r>
          </a:p>
          <a:p>
            <a:r>
              <a:rPr lang="en-US" sz="2800" dirty="0"/>
              <a:t>#multi-threading</a:t>
            </a:r>
          </a:p>
          <a:p>
            <a:r>
              <a:rPr lang="en-US" sz="2800" dirty="0"/>
              <a:t>def multithreading():</a:t>
            </a:r>
          </a:p>
          <a:p>
            <a:r>
              <a:rPr lang="en-US" sz="2800" dirty="0"/>
              <a:t>    for </a:t>
            </a:r>
            <a:r>
              <a:rPr lang="en-US" sz="2800" dirty="0" err="1"/>
              <a:t>i</a:t>
            </a:r>
            <a:r>
              <a:rPr lang="en-US" sz="2800" dirty="0"/>
              <a:t> in range(1,5):</a:t>
            </a:r>
          </a:p>
          <a:p>
            <a:r>
              <a:rPr lang="en-US" sz="2800" dirty="0"/>
              <a:t>        print ("in:", </a:t>
            </a:r>
            <a:r>
              <a:rPr lang="en-US" sz="2800" dirty="0" err="1"/>
              <a:t>i</a:t>
            </a:r>
            <a:r>
              <a:rPr lang="en-US" sz="2800" dirty="0"/>
              <a:t>)</a:t>
            </a:r>
          </a:p>
          <a:p>
            <a:r>
              <a:rPr lang="en-US" sz="2800" dirty="0"/>
              <a:t>        </a:t>
            </a:r>
            <a:r>
              <a:rPr lang="en-US" sz="2800" b="1" dirty="0" err="1"/>
              <a:t>thread.start_new_thread</a:t>
            </a:r>
            <a:r>
              <a:rPr lang="en-US" sz="2800" b="1" dirty="0"/>
              <a:t>(loop, (</a:t>
            </a:r>
            <a:r>
              <a:rPr lang="en-US" sz="2800" b="1" dirty="0" err="1"/>
              <a:t>i,i</a:t>
            </a:r>
            <a:r>
              <a:rPr lang="en-US" sz="2800" b="1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026385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6535-93C0-4046-98E8-5150C845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0260" y="685800"/>
            <a:ext cx="3450537" cy="3448879"/>
          </a:xfrm>
        </p:spPr>
        <p:txBody>
          <a:bodyPr>
            <a:normAutofit/>
          </a:bodyPr>
          <a:lstStyle/>
          <a:p>
            <a:r>
              <a:rPr lang="en-US" dirty="0" err="1"/>
              <a:t>Mutli</a:t>
            </a:r>
            <a:r>
              <a:rPr lang="en-US" dirty="0"/>
              <a:t>-threading using the module </a:t>
            </a:r>
            <a:r>
              <a:rPr lang="en-US" b="1" dirty="0"/>
              <a:t>threading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B7F8BF-4C7C-44F7-A682-45184C47D4BC}"/>
              </a:ext>
            </a:extLst>
          </p:cNvPr>
          <p:cNvSpPr/>
          <p:nvPr/>
        </p:nvSpPr>
        <p:spPr>
          <a:xfrm>
            <a:off x="337930" y="302359"/>
            <a:ext cx="8613913" cy="65556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import threading</a:t>
            </a:r>
          </a:p>
          <a:p>
            <a:r>
              <a:rPr lang="en-US" sz="2800" dirty="0"/>
              <a:t>import time</a:t>
            </a:r>
          </a:p>
          <a:p>
            <a:endParaRPr lang="en-US" sz="2800" dirty="0"/>
          </a:p>
          <a:p>
            <a:r>
              <a:rPr lang="en-US" sz="2800" dirty="0"/>
              <a:t>#</a:t>
            </a:r>
          </a:p>
          <a:p>
            <a:r>
              <a:rPr lang="en-US" sz="2800" dirty="0"/>
              <a:t>def loop(</a:t>
            </a:r>
            <a:r>
              <a:rPr lang="en-US" sz="2800" dirty="0" err="1"/>
              <a:t>tid,x</a:t>
            </a:r>
            <a:r>
              <a:rPr lang="en-US" sz="2800" dirty="0"/>
              <a:t>):</a:t>
            </a:r>
          </a:p>
          <a:p>
            <a:r>
              <a:rPr lang="en-US" sz="2800" dirty="0"/>
              <a:t>    print ("ID:%s, input:%s\n", </a:t>
            </a:r>
            <a:r>
              <a:rPr lang="en-US" sz="2800" dirty="0" err="1"/>
              <a:t>tid,x</a:t>
            </a:r>
            <a:r>
              <a:rPr lang="en-US" sz="2800" dirty="0"/>
              <a:t>)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time.sleep</a:t>
            </a:r>
            <a:r>
              <a:rPr lang="en-US" sz="2800" dirty="0"/>
              <a:t>(1)</a:t>
            </a:r>
          </a:p>
          <a:p>
            <a:endParaRPr lang="en-US" sz="2800" dirty="0"/>
          </a:p>
          <a:p>
            <a:r>
              <a:rPr lang="en-US" sz="2800" dirty="0"/>
              <a:t>#multi-threading</a:t>
            </a:r>
          </a:p>
          <a:p>
            <a:r>
              <a:rPr lang="en-US" sz="2800" dirty="0"/>
              <a:t>def multithreading():</a:t>
            </a:r>
          </a:p>
          <a:p>
            <a:r>
              <a:rPr lang="en-US" sz="2800" dirty="0"/>
              <a:t>    for </a:t>
            </a:r>
            <a:r>
              <a:rPr lang="en-US" sz="2800" dirty="0" err="1"/>
              <a:t>i</a:t>
            </a:r>
            <a:r>
              <a:rPr lang="en-US" sz="2800" dirty="0"/>
              <a:t> in range(1,5):</a:t>
            </a:r>
          </a:p>
          <a:p>
            <a:r>
              <a:rPr lang="en-US" sz="2800" dirty="0"/>
              <a:t>        print ("in:", </a:t>
            </a:r>
            <a:r>
              <a:rPr lang="en-US" sz="2800" dirty="0" err="1"/>
              <a:t>i</a:t>
            </a:r>
            <a:r>
              <a:rPr lang="en-US" sz="2800" dirty="0"/>
              <a:t>)</a:t>
            </a:r>
          </a:p>
          <a:p>
            <a:r>
              <a:rPr lang="en-US" sz="2800" b="1" dirty="0"/>
              <a:t>        t=</a:t>
            </a:r>
            <a:r>
              <a:rPr lang="en-US" sz="2800" b="1" dirty="0" err="1"/>
              <a:t>threading.Thread</a:t>
            </a:r>
            <a:r>
              <a:rPr lang="en-US" sz="2800" b="1" dirty="0"/>
              <a:t>(target=loop, </a:t>
            </a:r>
            <a:r>
              <a:rPr lang="en-US" sz="2800" b="1" dirty="0" err="1"/>
              <a:t>args</a:t>
            </a:r>
            <a:r>
              <a:rPr lang="en-US" sz="2800" b="1" dirty="0"/>
              <a:t>=(</a:t>
            </a:r>
            <a:r>
              <a:rPr lang="en-US" sz="2800" b="1" dirty="0" err="1"/>
              <a:t>i,i</a:t>
            </a:r>
            <a:r>
              <a:rPr lang="en-US" sz="2800" b="1" dirty="0"/>
              <a:t>), name=</a:t>
            </a:r>
            <a:r>
              <a:rPr lang="en-US" sz="2800" b="1" dirty="0" err="1"/>
              <a:t>i</a:t>
            </a:r>
            <a:r>
              <a:rPr lang="en-US" sz="2800" b="1" dirty="0"/>
              <a:t>)</a:t>
            </a:r>
          </a:p>
          <a:p>
            <a:r>
              <a:rPr lang="en-US" sz="2800" dirty="0"/>
              <a:t>        </a:t>
            </a:r>
            <a:r>
              <a:rPr lang="en-US" sz="2800" dirty="0" err="1"/>
              <a:t>t.start</a:t>
            </a:r>
            <a:r>
              <a:rPr lang="en-US" sz="2800" dirty="0"/>
              <a:t>()</a:t>
            </a:r>
          </a:p>
          <a:p>
            <a:r>
              <a:rPr lang="en-US" sz="2800" dirty="0"/>
              <a:t>        </a:t>
            </a:r>
            <a:r>
              <a:rPr lang="en-US" sz="2800" dirty="0" err="1"/>
              <a:t>t.join</a:t>
            </a:r>
            <a:r>
              <a:rPr lang="en-US" sz="2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23558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6535-93C0-4046-98E8-5150C845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166" y="0"/>
            <a:ext cx="6023113" cy="1269278"/>
          </a:xfrm>
        </p:spPr>
        <p:txBody>
          <a:bodyPr>
            <a:normAutofit/>
          </a:bodyPr>
          <a:lstStyle/>
          <a:p>
            <a:r>
              <a:rPr lang="en-US" sz="4000" b="1" dirty="0"/>
              <a:t>The module </a:t>
            </a:r>
            <a:r>
              <a:rPr lang="en-US" sz="4000" b="1" dirty="0" err="1"/>
              <a:t>multiprocessing.dummy</a:t>
            </a:r>
            <a:endParaRPr lang="en-US" sz="4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B7F8BF-4C7C-44F7-A682-45184C47D4BC}"/>
              </a:ext>
            </a:extLst>
          </p:cNvPr>
          <p:cNvSpPr/>
          <p:nvPr/>
        </p:nvSpPr>
        <p:spPr>
          <a:xfrm>
            <a:off x="238539" y="151179"/>
            <a:ext cx="10813774" cy="65556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multiprocessing.dummy</a:t>
            </a:r>
            <a:r>
              <a:rPr lang="en-US" sz="2800" b="1" dirty="0"/>
              <a:t> as </a:t>
            </a:r>
            <a:r>
              <a:rPr lang="en-US" sz="2800" b="1" dirty="0" err="1"/>
              <a:t>mpd</a:t>
            </a:r>
            <a:endParaRPr lang="en-US" sz="2800" b="1" dirty="0"/>
          </a:p>
          <a:p>
            <a:r>
              <a:rPr lang="en-US" sz="2800" dirty="0"/>
              <a:t>import time</a:t>
            </a:r>
          </a:p>
          <a:p>
            <a:r>
              <a:rPr lang="en-US" sz="2800" dirty="0"/>
              <a:t>#</a:t>
            </a:r>
          </a:p>
          <a:p>
            <a:r>
              <a:rPr lang="en-US" sz="2800" dirty="0"/>
              <a:t>def loop(</a:t>
            </a:r>
            <a:r>
              <a:rPr lang="en-US" sz="2800" dirty="0" err="1"/>
              <a:t>tid,x</a:t>
            </a:r>
            <a:r>
              <a:rPr lang="en-US" sz="2800" dirty="0"/>
              <a:t>=5):</a:t>
            </a:r>
          </a:p>
          <a:p>
            <a:r>
              <a:rPr lang="en-US" sz="2800" dirty="0"/>
              <a:t>    print ("ID:%s, input:%s\n", </a:t>
            </a:r>
            <a:r>
              <a:rPr lang="en-US" sz="2800" dirty="0" err="1"/>
              <a:t>tid,x</a:t>
            </a:r>
            <a:r>
              <a:rPr lang="en-US" sz="2800" dirty="0"/>
              <a:t>)</a:t>
            </a:r>
          </a:p>
          <a:p>
            <a:r>
              <a:rPr lang="en-US" sz="2800" dirty="0"/>
              <a:t>    while x==1000:</a:t>
            </a:r>
          </a:p>
          <a:p>
            <a:r>
              <a:rPr lang="en-US" sz="2800" dirty="0"/>
              <a:t>    x+=1</a:t>
            </a:r>
          </a:p>
          <a:p>
            <a:r>
              <a:rPr lang="en-US" sz="2800" dirty="0"/>
              <a:t>   </a:t>
            </a:r>
            <a:r>
              <a:rPr lang="en-US" sz="2800" dirty="0" err="1"/>
              <a:t>time.sleep</a:t>
            </a:r>
            <a:r>
              <a:rPr lang="en-US" sz="2800" dirty="0"/>
              <a:t>(1000)</a:t>
            </a:r>
          </a:p>
          <a:p>
            <a:endParaRPr lang="en-US" sz="2800" dirty="0"/>
          </a:p>
          <a:p>
            <a:r>
              <a:rPr lang="en-US" sz="2800" dirty="0"/>
              <a:t>def multithreading():#multi-threading</a:t>
            </a:r>
          </a:p>
          <a:p>
            <a:r>
              <a:rPr lang="en-US" sz="2800" dirty="0"/>
              <a:t>    pool=</a:t>
            </a:r>
            <a:r>
              <a:rPr lang="en-US" sz="2800" dirty="0" err="1"/>
              <a:t>mpd.Pool</a:t>
            </a:r>
            <a:r>
              <a:rPr lang="en-US" sz="2800" dirty="0"/>
              <a:t>(2) #create a threads pool with threads number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pool.map</a:t>
            </a:r>
            <a:r>
              <a:rPr lang="en-US" sz="2800" dirty="0"/>
              <a:t>(loop, range(5)) #pass one argument at a time 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pool.map</a:t>
            </a:r>
            <a:r>
              <a:rPr lang="en-US" sz="2800" dirty="0"/>
              <a:t>(loop, zip(range(5), range(5))) #pass two arguments at a time 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pool.close</a:t>
            </a:r>
            <a:r>
              <a:rPr lang="en-US" sz="2800" dirty="0"/>
              <a:t>()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pool.join</a:t>
            </a:r>
            <a:r>
              <a:rPr lang="en-US" sz="2800" dirty="0"/>
              <a:t>()   #release resource when execution of a thread is done.</a:t>
            </a:r>
          </a:p>
        </p:txBody>
      </p:sp>
    </p:spTree>
    <p:extLst>
      <p:ext uri="{BB962C8B-B14F-4D97-AF65-F5344CB8AC3E}">
        <p14:creationId xmlns:p14="http://schemas.microsoft.com/office/powerpoint/2010/main" val="335097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6535-93C0-4046-98E8-5150C845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5148" y="377687"/>
            <a:ext cx="6023113" cy="1269278"/>
          </a:xfrm>
        </p:spPr>
        <p:txBody>
          <a:bodyPr>
            <a:normAutofit/>
          </a:bodyPr>
          <a:lstStyle/>
          <a:p>
            <a:r>
              <a:rPr lang="en-US" sz="4000" b="1" dirty="0"/>
              <a:t>The module multiprocessing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B7F8BF-4C7C-44F7-A682-45184C47D4BC}"/>
              </a:ext>
            </a:extLst>
          </p:cNvPr>
          <p:cNvSpPr/>
          <p:nvPr/>
        </p:nvSpPr>
        <p:spPr>
          <a:xfrm>
            <a:off x="238539" y="151179"/>
            <a:ext cx="10813774" cy="65556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import multiprocessing as </a:t>
            </a:r>
            <a:r>
              <a:rPr lang="en-US" sz="2800" b="1" dirty="0" err="1"/>
              <a:t>mp</a:t>
            </a:r>
            <a:endParaRPr lang="en-US" sz="2800" b="1" dirty="0"/>
          </a:p>
          <a:p>
            <a:r>
              <a:rPr lang="en-US" sz="2800" dirty="0"/>
              <a:t>import time</a:t>
            </a:r>
          </a:p>
          <a:p>
            <a:r>
              <a:rPr lang="en-US" sz="2800" dirty="0"/>
              <a:t>#</a:t>
            </a:r>
          </a:p>
          <a:p>
            <a:r>
              <a:rPr lang="en-US" sz="2800" dirty="0"/>
              <a:t>def loop(</a:t>
            </a:r>
            <a:r>
              <a:rPr lang="en-US" sz="2800" dirty="0" err="1"/>
              <a:t>tid,x</a:t>
            </a:r>
            <a:r>
              <a:rPr lang="en-US" sz="2800" dirty="0"/>
              <a:t>=5):</a:t>
            </a:r>
          </a:p>
          <a:p>
            <a:r>
              <a:rPr lang="en-US" sz="2800" dirty="0"/>
              <a:t>    print ("ID:%s, input:%s\n", </a:t>
            </a:r>
            <a:r>
              <a:rPr lang="en-US" sz="2800" dirty="0" err="1"/>
              <a:t>tid,x</a:t>
            </a:r>
            <a:r>
              <a:rPr lang="en-US" sz="2800" dirty="0"/>
              <a:t>)</a:t>
            </a:r>
          </a:p>
          <a:p>
            <a:r>
              <a:rPr lang="en-US" sz="2800" dirty="0"/>
              <a:t>    while x==1000:</a:t>
            </a:r>
          </a:p>
          <a:p>
            <a:r>
              <a:rPr lang="en-US" sz="2800" dirty="0"/>
              <a:t>    x+=1</a:t>
            </a:r>
          </a:p>
          <a:p>
            <a:r>
              <a:rPr lang="en-US" sz="2800" dirty="0"/>
              <a:t>   </a:t>
            </a:r>
            <a:r>
              <a:rPr lang="en-US" sz="2800" dirty="0" err="1"/>
              <a:t>time.sleep</a:t>
            </a:r>
            <a:r>
              <a:rPr lang="en-US" sz="2800" dirty="0"/>
              <a:t>(1000)</a:t>
            </a:r>
          </a:p>
          <a:p>
            <a:endParaRPr lang="en-US" sz="2800" dirty="0"/>
          </a:p>
          <a:p>
            <a:r>
              <a:rPr lang="en-US" sz="2800" dirty="0"/>
              <a:t>def multiprocessing():#multi-processing</a:t>
            </a:r>
          </a:p>
          <a:p>
            <a:r>
              <a:rPr lang="en-US" sz="2800" dirty="0"/>
              <a:t>    pool=</a:t>
            </a:r>
            <a:r>
              <a:rPr lang="en-US" sz="2800" dirty="0" err="1"/>
              <a:t>mp.Pool</a:t>
            </a:r>
            <a:r>
              <a:rPr lang="en-US" sz="2800" dirty="0"/>
              <a:t>(2) #create a process pool with process number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pool.map</a:t>
            </a:r>
            <a:r>
              <a:rPr lang="en-US" sz="2800" dirty="0"/>
              <a:t>(loop, range(5)) #pass one argument at a time 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pool.map</a:t>
            </a:r>
            <a:r>
              <a:rPr lang="en-US" sz="2800" dirty="0"/>
              <a:t>(loop, zip(range(5), range(5))) #pass two arguments at a time 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pool.close</a:t>
            </a:r>
            <a:r>
              <a:rPr lang="en-US" sz="2800" dirty="0"/>
              <a:t>()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pool.join</a:t>
            </a:r>
            <a:r>
              <a:rPr lang="en-US" sz="2800" dirty="0"/>
              <a:t>()   #release resource when execution of a process is done.</a:t>
            </a:r>
          </a:p>
        </p:txBody>
      </p:sp>
    </p:spTree>
    <p:extLst>
      <p:ext uri="{BB962C8B-B14F-4D97-AF65-F5344CB8AC3E}">
        <p14:creationId xmlns:p14="http://schemas.microsoft.com/office/powerpoint/2010/main" val="1765184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70ED-B4B6-4EB6-ADCB-DC4DD7614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56" y="325369"/>
            <a:ext cx="5257800" cy="207990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Vector processing:</a:t>
            </a:r>
            <a:br>
              <a:rPr lang="en-US" dirty="0"/>
            </a:br>
            <a:r>
              <a:rPr lang="en-US" dirty="0"/>
              <a:t>map()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79DAE2-286C-44A6-BD82-C9D31F6FA8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478" t="20276" r="38532" b="25785"/>
          <a:stretch/>
        </p:blipFill>
        <p:spPr>
          <a:xfrm>
            <a:off x="6920949" y="229868"/>
            <a:ext cx="4850295" cy="6398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8E2078-D9A6-442E-9153-4882E55169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30" t="18150" r="81177" b="72765"/>
          <a:stretch/>
        </p:blipFill>
        <p:spPr>
          <a:xfrm>
            <a:off x="1664804" y="4194313"/>
            <a:ext cx="3606248" cy="126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364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1093</Words>
  <Application>Microsoft Office PowerPoint</Application>
  <PresentationFormat>Widescreen</PresentationFormat>
  <Paragraphs>110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Develop Python Pipeline: parallel Processing</vt:lpstr>
      <vt:lpstr>Process and Thread</vt:lpstr>
      <vt:lpstr>CPU- and IO-intensive task</vt:lpstr>
      <vt:lpstr>Global Interpreter Lock (GIL)</vt:lpstr>
      <vt:lpstr>Mutli-threading using the module thread</vt:lpstr>
      <vt:lpstr>Mutli-threading using the module threading</vt:lpstr>
      <vt:lpstr>The module multiprocessing.dummy</vt:lpstr>
      <vt:lpstr>The module multiprocessing</vt:lpstr>
      <vt:lpstr>Vector processing: map()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 Python pipeline: Objects and Classes</dc:title>
  <dc:creator>Tiezheng Yuan</dc:creator>
  <cp:lastModifiedBy>Tiezheng Yuan</cp:lastModifiedBy>
  <cp:revision>65</cp:revision>
  <dcterms:created xsi:type="dcterms:W3CDTF">2020-01-31T22:01:04Z</dcterms:created>
  <dcterms:modified xsi:type="dcterms:W3CDTF">2020-02-08T00:34:56Z</dcterms:modified>
</cp:coreProperties>
</file>