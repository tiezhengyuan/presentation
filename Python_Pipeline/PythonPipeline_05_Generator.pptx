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73878" autoAdjust="0"/>
  </p:normalViewPr>
  <p:slideViewPr>
    <p:cSldViewPr snapToGrid="0">
      <p:cViewPr varScale="1">
        <p:scale>
          <a:sx n="50" d="100"/>
          <a:sy n="50" d="100"/>
        </p:scale>
        <p:origin x="12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35E18-C188-4B80-9445-659122C614DD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6EDF5-73A9-4F30-B1A6-8B6AF30FC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6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Today I am going to introduce python generator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4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Typical, we need to go through the file and store data at memory.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64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CFBA-7278-4EB3-9731-0EC2CA682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736D1-9549-46F6-82E7-ADBB83F78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AB9B-6AC1-4A4E-A922-525FB5EA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35F38-1F90-4E8A-A282-D9ED88CD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0FD0-81EB-48A4-9258-8398DE9F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8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91A9-88F4-4E90-8C13-8F233660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EEEA-3E05-42DF-9116-AE885F6EE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35EB9-23F6-4C86-98BE-9E0C1425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B126-880B-4535-91D3-24DE5315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2CE4-5F0D-492C-A7C4-573DFAFC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0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834F-1BE7-44DD-8ED6-62700B61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90E5A-F37E-43F8-9F2B-F1D5FFC2B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CB44-75A4-44D8-8DE6-2D637C17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6318C-9B86-43AE-B62C-6798A7B9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21BB-7B39-442C-9A2F-A71606FE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7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CDE0-49EB-42CE-982C-3023921E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870B-AB41-452D-AFE5-F9403D30F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9CBAD-E0D3-4ABC-8395-1D546609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63517-E313-455F-8B5D-79410964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CEB3E-7FD3-437B-8B84-4CBC8AB8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75424-F69E-436B-8506-27D2346D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6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A273-610E-4E32-8B8A-E52ABA77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7AA1A-186E-439C-9AA2-F0AE095D0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6384C-C5F4-41E6-BB14-90EBDF9FA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8F50F-49EA-4E8F-8608-A81C6D2D6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6D8C2-9EFE-4B40-8009-3562B94C1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551CB-552F-4203-B2CE-E93307BE5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59EAD-F69A-41DA-A5B4-F09581C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D2795-7649-472E-ACAC-21F7B92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8A0B-CD8C-41A2-87C4-5E84235B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77AC3-3055-4984-9A8E-C7DE5218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D6781-3C95-4C3A-A642-6CBD5985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CA2B6-0F8A-4464-901A-E9DB3BD2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5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A254C-BB94-4794-BEA3-5FAF3195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2BB9C-1134-4BC3-8260-BA2B6F56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D7066-657E-48BA-9404-359D9CC5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3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F829-3243-4B52-8281-E9DDA1F3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54CC9-3699-44C0-89DC-687A8006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42CF5-67A5-4DBF-83FB-3ECFBB48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10D33-C28F-41CB-9D79-0DF80EEB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C33DC-C239-4AF8-9D1E-E779E15D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6A338-41FE-4734-B552-5C90AA02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8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3626-38EC-40FC-81BC-1065A1D1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2D3D4-8C98-4F89-A194-5314F44C4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BCA05-EAE4-4A75-9B5F-29F22B4FC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50693-A768-4B8B-9F75-109A0C23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05722-A632-4957-BEFD-CA108BB9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034C4-659F-4689-A76E-26360649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64A0-DAE7-497D-A81A-04DDA7D2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56EF7-54F1-4ABB-8450-E287FA40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116C4-249A-4AED-8C24-8A13F2A9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953A9-6C7F-4A0D-BC4B-77B717AB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677AD-112F-4BFB-85B0-28EC54B6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9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193EE-D243-4226-9CE6-3A107A076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420C8-2A2C-4D59-BB85-A9122D706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92ED-73E0-43F9-9659-5926218A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28322-7817-470B-8A6B-F1D434BA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2E6F2-BB4F-4B52-B4EE-179AE8CD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AAFC31-B832-4BF1-B059-70054D14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1D12-50BE-4FF9-957D-5A61FFDA8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FBD4-EC49-4302-9342-57454FC6B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B591-E304-4539-84E8-50F8F8580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72A4-F25A-4550-BEDC-84064985E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4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458A-1DC2-4BD0-80E7-B5B1D2F035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Python pipeline:</a:t>
            </a:r>
            <a:br>
              <a:rPr lang="en-US" dirty="0"/>
            </a:br>
            <a:r>
              <a:rPr lang="en-US" dirty="0"/>
              <a:t>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0F043-6162-49F5-A5C0-1CA1BC2BE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5116"/>
            <a:ext cx="9144000" cy="1022684"/>
          </a:xfrm>
        </p:spPr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March 26, 2020</a:t>
            </a:r>
          </a:p>
        </p:txBody>
      </p:sp>
    </p:spTree>
    <p:extLst>
      <p:ext uri="{BB962C8B-B14F-4D97-AF65-F5344CB8AC3E}">
        <p14:creationId xmlns:p14="http://schemas.microsoft.com/office/powerpoint/2010/main" val="280559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AB9CD-B983-49BA-8C11-5FA6F81C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89600" cy="1325563"/>
          </a:xfrm>
        </p:spPr>
        <p:txBody>
          <a:bodyPr/>
          <a:lstStyle/>
          <a:p>
            <a:r>
              <a:rPr lang="en-US" dirty="0"/>
              <a:t>Create a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41557-0796-4E30-AB79-DF81974F5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0"/>
            <a:ext cx="5448300" cy="4305299"/>
          </a:xfrm>
        </p:spPr>
        <p:txBody>
          <a:bodyPr>
            <a:normAutofit/>
          </a:bodyPr>
          <a:lstStyle/>
          <a:p>
            <a:r>
              <a:rPr lang="en-US" dirty="0"/>
              <a:t>Generator is an iterator. Replace return with yield once it is defined. </a:t>
            </a:r>
          </a:p>
          <a:p>
            <a:r>
              <a:rPr lang="en-US" dirty="0"/>
              <a:t>It works as a call-back function. It suspend in memory without creating all list. Once it is called using __next__(), it return only one value at a time; and then the process could be iterative through the end.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263DAB-585E-491C-95FD-332A2E7327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67" t="16601" r="41563" b="2881"/>
          <a:stretch/>
        </p:blipFill>
        <p:spPr>
          <a:xfrm>
            <a:off x="6616700" y="161924"/>
            <a:ext cx="5308600" cy="66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4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2676A-73FC-4B9C-B529-448941B03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List vs.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911C7-B8D8-4DC4-85ED-5C50F78C6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9300" y="1978025"/>
            <a:ext cx="4419600" cy="4351338"/>
          </a:xfrm>
        </p:spPr>
        <p:txBody>
          <a:bodyPr/>
          <a:lstStyle/>
          <a:p>
            <a:r>
              <a:rPr lang="en-US" dirty="0"/>
              <a:t>Return an </a:t>
            </a:r>
            <a:r>
              <a:rPr lang="en-US" dirty="0" err="1"/>
              <a:t>iterable</a:t>
            </a:r>
            <a:r>
              <a:rPr lang="en-US" dirty="0"/>
              <a:t>, which suspend in memory.</a:t>
            </a:r>
          </a:p>
          <a:p>
            <a:r>
              <a:rPr lang="en-US" dirty="0"/>
              <a:t>Call back and return only one value at a call back.</a:t>
            </a:r>
          </a:p>
          <a:p>
            <a:r>
              <a:rPr lang="en-US" dirty="0"/>
              <a:t>It </a:t>
            </a:r>
            <a:r>
              <a:rPr lang="en-US" dirty="0" err="1"/>
              <a:t>canot</a:t>
            </a:r>
            <a:r>
              <a:rPr lang="en-US" dirty="0"/>
              <a:t> be reused or go back if the generator has been iterated.</a:t>
            </a:r>
          </a:p>
          <a:p>
            <a:r>
              <a:rPr lang="en-US" dirty="0"/>
              <a:t>RAM-consuming saved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DAEE87-8822-481A-B777-750BE787D82C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4267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Return list items all at once.</a:t>
            </a:r>
          </a:p>
          <a:p>
            <a:r>
              <a:rPr lang="en-US" dirty="0"/>
              <a:t>Loaded into memory. It could be reused.</a:t>
            </a:r>
          </a:p>
          <a:p>
            <a:r>
              <a:rPr lang="en-US" dirty="0"/>
              <a:t>Fast if the list is small</a:t>
            </a:r>
          </a:p>
          <a:p>
            <a:r>
              <a:rPr lang="en-US" dirty="0"/>
              <a:t>Huge memory required if the list is huge</a:t>
            </a:r>
          </a:p>
        </p:txBody>
      </p:sp>
    </p:spTree>
    <p:extLst>
      <p:ext uri="{BB962C8B-B14F-4D97-AF65-F5344CB8AC3E}">
        <p14:creationId xmlns:p14="http://schemas.microsoft.com/office/powerpoint/2010/main" val="1422532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DEFE-A31F-426E-BFAD-03B4175D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D9EBA-EC65-4E4E-B0EF-EAC90E26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3775"/>
          </a:xfrm>
        </p:spPr>
        <p:txBody>
          <a:bodyPr/>
          <a:lstStyle/>
          <a:p>
            <a:r>
              <a:rPr lang="en-US" dirty="0"/>
              <a:t>Save memory when huge list or dat stream is handled. </a:t>
            </a:r>
          </a:p>
          <a:p>
            <a:r>
              <a:rPr lang="en-US" dirty="0"/>
              <a:t>Generator is often used in list loop.</a:t>
            </a:r>
          </a:p>
          <a:p>
            <a:r>
              <a:rPr lang="en-US" dirty="0"/>
              <a:t>Application:</a:t>
            </a:r>
            <a:br>
              <a:rPr lang="en-US" dirty="0"/>
            </a:br>
            <a:r>
              <a:rPr lang="en-US" dirty="0"/>
              <a:t>huge list: g =  ( x**2 for x in range(10000) )</a:t>
            </a:r>
            <a:br>
              <a:rPr lang="en-US" dirty="0"/>
            </a:br>
            <a:r>
              <a:rPr lang="en-US" dirty="0"/>
              <a:t>huge file: with open(‘/home/big_file.txt’) as f</a:t>
            </a:r>
          </a:p>
          <a:p>
            <a:r>
              <a:rPr lang="en-US" dirty="0"/>
              <a:t>Built-in generator:</a:t>
            </a:r>
            <a:br>
              <a:rPr lang="en-US" dirty="0"/>
            </a:br>
            <a:r>
              <a:rPr lang="en-US" dirty="0"/>
              <a:t>range() in python 3, </a:t>
            </a:r>
            <a:r>
              <a:rPr lang="en-US" dirty="0" err="1"/>
              <a:t>xrange</a:t>
            </a:r>
            <a:r>
              <a:rPr lang="en-US" dirty="0"/>
              <a:t>() in python2.7</a:t>
            </a:r>
            <a:br>
              <a:rPr lang="en-US" dirty="0"/>
            </a:br>
            <a:r>
              <a:rPr lang="en-US" dirty="0"/>
              <a:t>file handler</a:t>
            </a:r>
            <a:br>
              <a:rPr lang="en-US" dirty="0"/>
            </a:br>
            <a:r>
              <a:rPr lang="en-US" dirty="0"/>
              <a:t>enumerate()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35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308A-2DA8-4D25-9DCE-2ADFC6E3E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22900" cy="1325563"/>
          </a:xfrm>
        </p:spPr>
        <p:txBody>
          <a:bodyPr/>
          <a:lstStyle/>
          <a:p>
            <a:r>
              <a:rPr lang="en-US" dirty="0"/>
              <a:t>Generator coding is more concise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4FB799-9663-47B3-A483-D144265DAD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62" t="28320" r="44792" b="34571"/>
          <a:stretch/>
        </p:blipFill>
        <p:spPr>
          <a:xfrm>
            <a:off x="584200" y="2175905"/>
            <a:ext cx="5422900" cy="3445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975058-5CCF-43F8-962A-708E46077D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04" t="16211" r="38021" b="2881"/>
          <a:stretch/>
        </p:blipFill>
        <p:spPr>
          <a:xfrm>
            <a:off x="6413501" y="365125"/>
            <a:ext cx="5626100" cy="658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78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7C109-1D24-4694-8BF2-EF68CEFEC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73500" cy="1325563"/>
          </a:xfrm>
        </p:spPr>
        <p:txBody>
          <a:bodyPr/>
          <a:lstStyle/>
          <a:p>
            <a:r>
              <a:rPr lang="en-US" dirty="0"/>
              <a:t>Handle huge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57D1F-F48F-4C23-892C-33EB2EADB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76700" cy="4351338"/>
          </a:xfrm>
        </p:spPr>
        <p:txBody>
          <a:bodyPr/>
          <a:lstStyle/>
          <a:p>
            <a:r>
              <a:rPr lang="en-US" dirty="0"/>
              <a:t>Here is a </a:t>
            </a:r>
            <a:r>
              <a:rPr lang="en-US" b="1" dirty="0"/>
              <a:t>14GB</a:t>
            </a:r>
            <a:r>
              <a:rPr lang="en-US" dirty="0"/>
              <a:t> text file storing SNPs.</a:t>
            </a:r>
          </a:p>
          <a:p>
            <a:r>
              <a:rPr lang="en-US" dirty="0"/>
              <a:t>A total of 12,000 SNP identifications are in rows, and 2,045 samples are in columns.</a:t>
            </a:r>
          </a:p>
          <a:p>
            <a:r>
              <a:rPr lang="en-US" dirty="0"/>
              <a:t>Bioinformatician would like to use some SNPs data one more times in a Python script.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AFE31B-59C5-4586-B3FA-721FBD5EA9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708" t="31054" r="41667" b="33398"/>
          <a:stretch/>
        </p:blipFill>
        <p:spPr>
          <a:xfrm>
            <a:off x="5016500" y="1690688"/>
            <a:ext cx="6743700" cy="417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38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7630-F973-411B-81B9-FBC5207A8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 huge dynamic text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44B1A-A403-4EC4-9817-5C5D2C6B7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huge text file storing living stock market trade data. It is huge and accumulated with the time. Let’s say it is updated per 5s.</a:t>
            </a:r>
          </a:p>
          <a:p>
            <a:r>
              <a:rPr lang="en-US" dirty="0"/>
              <a:t>The goal is to extract and organize data.</a:t>
            </a:r>
          </a:p>
          <a:p>
            <a:r>
              <a:rPr lang="en-US" dirty="0"/>
              <a:t>Typical, data could be read as data frame (</a:t>
            </a:r>
            <a:r>
              <a:rPr lang="en-US" dirty="0" err="1"/>
              <a:t>pd.DataFrame</a:t>
            </a:r>
            <a:r>
              <a:rPr lang="en-US" dirty="0"/>
              <a:t>). That is slow and high memory load.</a:t>
            </a:r>
          </a:p>
          <a:p>
            <a:r>
              <a:rPr lang="en-US" b="1" dirty="0"/>
              <a:t>Use </a:t>
            </a:r>
            <a:r>
              <a:rPr lang="en-US" b="1" dirty="0" err="1"/>
              <a:t>pandas.DataFrame.iterrows</a:t>
            </a:r>
            <a:r>
              <a:rPr lang="en-US" b="1" dirty="0"/>
              <a:t> to return a generators. Use next() method to get latest data, which keep synchronization with latest market.</a:t>
            </a:r>
          </a:p>
        </p:txBody>
      </p:sp>
    </p:spTree>
    <p:extLst>
      <p:ext uri="{BB962C8B-B14F-4D97-AF65-F5344CB8AC3E}">
        <p14:creationId xmlns:p14="http://schemas.microsoft.com/office/powerpoint/2010/main" val="201744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391</Words>
  <Application>Microsoft Office PowerPoint</Application>
  <PresentationFormat>Widescreen</PresentationFormat>
  <Paragraphs>34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Develop Python pipeline: Generator</vt:lpstr>
      <vt:lpstr>Create a generator</vt:lpstr>
      <vt:lpstr>List vs. generator</vt:lpstr>
      <vt:lpstr>Significance of generator</vt:lpstr>
      <vt:lpstr>Generator coding is more concise</vt:lpstr>
      <vt:lpstr>Handle huge file</vt:lpstr>
      <vt:lpstr>Handle huge dynamic text files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 Python pipeline: Objects and Classes</dc:title>
  <dc:creator>Tiezheng Yuan</dc:creator>
  <cp:lastModifiedBy>Tiezheng Yuan</cp:lastModifiedBy>
  <cp:revision>73</cp:revision>
  <dcterms:created xsi:type="dcterms:W3CDTF">2020-01-31T22:01:04Z</dcterms:created>
  <dcterms:modified xsi:type="dcterms:W3CDTF">2020-03-26T14:34:12Z</dcterms:modified>
</cp:coreProperties>
</file>