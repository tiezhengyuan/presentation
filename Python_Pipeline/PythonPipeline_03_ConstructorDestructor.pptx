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9" r:id="rId5"/>
    <p:sldId id="262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73878" autoAdjust="0"/>
  </p:normalViewPr>
  <p:slideViewPr>
    <p:cSldViewPr snapToGrid="0">
      <p:cViewPr varScale="1">
        <p:scale>
          <a:sx n="39" d="100"/>
          <a:sy n="39" d="100"/>
        </p:scale>
        <p:origin x="123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35E18-C188-4B80-9445-659122C614DD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6EDF5-73A9-4F30-B1A6-8B6AF30FC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6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 Today I am going to introduce what is inheritance in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4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constructor and destructor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23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example of constructor and destructor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84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classes constructor1 and constructor 2 show two patterns of variable initiation. Both of them are 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45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example of one parameter passing.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13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 is the example of multiple parameters passing.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95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CFBA-7278-4EB3-9731-0EC2CA682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736D1-9549-46F6-82E7-ADBB83F78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AB9B-6AC1-4A4E-A922-525FB5EA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35F38-1F90-4E8A-A282-D9ED88CD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0FD0-81EB-48A4-9258-8398DE9F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8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91A9-88F4-4E90-8C13-8F233660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EEEA-3E05-42DF-9116-AE885F6EE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35EB9-23F6-4C86-98BE-9E0C1425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B126-880B-4535-91D3-24DE5315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82CE4-5F0D-492C-A7C4-573DFAFC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0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834F-1BE7-44DD-8ED6-62700B61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90E5A-F37E-43F8-9F2B-F1D5FFC2B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CB44-75A4-44D8-8DE6-2D637C17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6318C-9B86-43AE-B62C-6798A7B9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E21BB-7B39-442C-9A2F-A71606FE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7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CDE0-49EB-42CE-982C-3023921E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870B-AB41-452D-AFE5-F9403D30F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9CBAD-E0D3-4ABC-8395-1D546609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63517-E313-455F-8B5D-79410964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CEB3E-7FD3-437B-8B84-4CBC8AB8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75424-F69E-436B-8506-27D2346D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6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A273-610E-4E32-8B8A-E52ABA77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7AA1A-186E-439C-9AA2-F0AE095D0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6384C-C5F4-41E6-BB14-90EBDF9FA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8F50F-49EA-4E8F-8608-A81C6D2D6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6D8C2-9EFE-4B40-8009-3562B94C1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551CB-552F-4203-B2CE-E93307BE5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59EAD-F69A-41DA-A5B4-F09581C3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D2795-7649-472E-ACAC-21F7B92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8A0B-CD8C-41A2-87C4-5E84235B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77AC3-3055-4984-9A8E-C7DE5218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D6781-3C95-4C3A-A642-6CBD5985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CA2B6-0F8A-4464-901A-E9DB3BD2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5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6A254C-BB94-4794-BEA3-5FAF3195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2BB9C-1134-4BC3-8260-BA2B6F56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D7066-657E-48BA-9404-359D9CC5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36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F829-3243-4B52-8281-E9DDA1F3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54CC9-3699-44C0-89DC-687A8006B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42CF5-67A5-4DBF-83FB-3ECFBB488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10D33-C28F-41CB-9D79-0DF80EEB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C33DC-C239-4AF8-9D1E-E779E15D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6A338-41FE-4734-B552-5C90AA02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8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3626-38EC-40FC-81BC-1065A1D1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2D3D4-8C98-4F89-A194-5314F44C4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BCA05-EAE4-4A75-9B5F-29F22B4FC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50693-A768-4B8B-9F75-109A0C23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05722-A632-4957-BEFD-CA108BB9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034C4-659F-4689-A76E-26360649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64A0-DAE7-497D-A81A-04DDA7D2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56EF7-54F1-4ABB-8450-E287FA405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116C4-249A-4AED-8C24-8A13F2A9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953A9-6C7F-4A0D-BC4B-77B717ABB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677AD-112F-4BFB-85B0-28EC54B6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9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193EE-D243-4226-9CE6-3A107A076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420C8-2A2C-4D59-BB85-A9122D706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D92ED-73E0-43F9-9659-5926218A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28322-7817-470B-8A6B-F1D434BA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2E6F2-BB4F-4B52-B4EE-179AE8CD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4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AAFC31-B832-4BF1-B059-70054D14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1D12-50BE-4FF9-957D-5A61FFDA8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FBD4-EC49-4302-9342-57454FC6B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01B02-CFB9-4BE7-AFFD-E66651E1C201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B591-E304-4539-84E8-50F8F8580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072A4-F25A-4550-BEDC-84064985E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4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458A-1DC2-4BD0-80E7-B5B1D2F035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 Python pipeline:</a:t>
            </a:r>
            <a:br>
              <a:rPr lang="en-US" dirty="0"/>
            </a:br>
            <a:r>
              <a:rPr lang="en-US" dirty="0"/>
              <a:t>Constructor and Destructor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0F043-6162-49F5-A5C0-1CA1BC2BE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5116"/>
            <a:ext cx="9144000" cy="1022684"/>
          </a:xfrm>
        </p:spPr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Feb 01, 2020</a:t>
            </a:r>
          </a:p>
        </p:txBody>
      </p:sp>
    </p:spTree>
    <p:extLst>
      <p:ext uri="{BB962C8B-B14F-4D97-AF65-F5344CB8AC3E}">
        <p14:creationId xmlns:p14="http://schemas.microsoft.com/office/powerpoint/2010/main" val="280559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9BEF9-398D-40DC-8C97-248AEB2C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Constructor and Destructor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2904E-5B2A-42E8-8042-C4F942971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Constructor is special method in a class that are automatically executed when an object of the class is created.</a:t>
            </a:r>
          </a:p>
          <a:p>
            <a:r>
              <a:rPr lang="en-US" sz="3200" dirty="0"/>
              <a:t>Destructor is special method in a class that are automatically executed when an object of the class is destroyed.</a:t>
            </a:r>
          </a:p>
          <a:p>
            <a:r>
              <a:rPr lang="en-US" sz="3200" dirty="0"/>
              <a:t>Both of them have no returns. The program can’t call them directly.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564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6535-93C0-4046-98E8-5150C845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example of constructor and destructor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B7F8BF-4C7C-44F7-A682-45184C47D4BC}"/>
              </a:ext>
            </a:extLst>
          </p:cNvPr>
          <p:cNvSpPr/>
          <p:nvPr/>
        </p:nvSpPr>
        <p:spPr>
          <a:xfrm>
            <a:off x="1504120" y="1690688"/>
            <a:ext cx="7759150" cy="52629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class test:</a:t>
            </a:r>
          </a:p>
          <a:p>
            <a:r>
              <a:rPr lang="en-US" sz="2800" dirty="0"/>
              <a:t>	#constructor</a:t>
            </a:r>
          </a:p>
          <a:p>
            <a:r>
              <a:rPr lang="en-US" sz="2800" b="1" dirty="0"/>
              <a:t>	def __</a:t>
            </a:r>
            <a:r>
              <a:rPr lang="en-US" sz="2800" b="1" dirty="0" err="1"/>
              <a:t>init</a:t>
            </a:r>
            <a:r>
              <a:rPr lang="en-US" sz="2800" b="1" dirty="0"/>
              <a:t>__ (self):</a:t>
            </a:r>
          </a:p>
          <a:p>
            <a:r>
              <a:rPr lang="en-US" sz="2800" dirty="0"/>
              <a:t>		print (“This is constructor”)</a:t>
            </a:r>
          </a:p>
          <a:p>
            <a:endParaRPr lang="en-US" sz="2800" dirty="0"/>
          </a:p>
          <a:p>
            <a:r>
              <a:rPr lang="en-US" sz="2800" dirty="0"/>
              <a:t>	#destructor</a:t>
            </a:r>
          </a:p>
          <a:p>
            <a:r>
              <a:rPr lang="en-US" sz="2800" b="1" dirty="0"/>
              <a:t>	def __ del__(self):</a:t>
            </a:r>
          </a:p>
          <a:p>
            <a:r>
              <a:rPr lang="en-US" sz="2800" dirty="0"/>
              <a:t>		print(“This is destructor”)</a:t>
            </a:r>
          </a:p>
          <a:p>
            <a:endParaRPr lang="en-US" sz="2800" dirty="0"/>
          </a:p>
          <a:p>
            <a:r>
              <a:rPr lang="en-US" sz="2800" dirty="0"/>
              <a:t>	#other static methods</a:t>
            </a:r>
          </a:p>
          <a:p>
            <a:r>
              <a:rPr lang="en-US" sz="2800" dirty="0"/>
              <a:t>	def other(self):</a:t>
            </a:r>
          </a:p>
          <a:p>
            <a:r>
              <a:rPr lang="en-US" sz="2800" dirty="0"/>
              <a:t>		pass</a:t>
            </a:r>
          </a:p>
        </p:txBody>
      </p:sp>
    </p:spTree>
    <p:extLst>
      <p:ext uri="{BB962C8B-B14F-4D97-AF65-F5344CB8AC3E}">
        <p14:creationId xmlns:p14="http://schemas.microsoft.com/office/powerpoint/2010/main" val="2026385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C03A5-ACDF-49A1-96AA-A7D272CA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Initiate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F029F-01F4-409C-95CE-A2D4CBAD87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950" r="43750" b="25391"/>
          <a:stretch/>
        </p:blipFill>
        <p:spPr>
          <a:xfrm>
            <a:off x="451189" y="1393031"/>
            <a:ext cx="11289621" cy="546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16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6535-93C0-4046-98E8-5150C845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221"/>
            <a:ext cx="10515600" cy="867327"/>
          </a:xfrm>
        </p:spPr>
        <p:txBody>
          <a:bodyPr/>
          <a:lstStyle/>
          <a:p>
            <a:pPr algn="ctr"/>
            <a:r>
              <a:rPr lang="en-US" dirty="0"/>
              <a:t>Pass one parameter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B7F8BF-4C7C-44F7-A682-45184C47D4BC}"/>
              </a:ext>
            </a:extLst>
          </p:cNvPr>
          <p:cNvSpPr/>
          <p:nvPr/>
        </p:nvSpPr>
        <p:spPr>
          <a:xfrm>
            <a:off x="231911" y="1150007"/>
            <a:ext cx="7748339" cy="224676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#pass one parameter</a:t>
            </a:r>
          </a:p>
          <a:p>
            <a:r>
              <a:rPr lang="en-US" sz="2800" dirty="0"/>
              <a:t>class constructor_3:</a:t>
            </a:r>
          </a:p>
          <a:p>
            <a:r>
              <a:rPr lang="en-US" sz="2800" dirty="0"/>
              <a:t>    def __</a:t>
            </a:r>
            <a:r>
              <a:rPr lang="en-US" sz="2800" dirty="0" err="1"/>
              <a:t>init</a:t>
            </a:r>
            <a:r>
              <a:rPr lang="en-US" sz="2800" dirty="0"/>
              <a:t>__(self, seq):</a:t>
            </a:r>
          </a:p>
          <a:p>
            <a:r>
              <a:rPr lang="en-US" sz="2800" dirty="0"/>
              <a:t>        </a:t>
            </a:r>
            <a:r>
              <a:rPr lang="en-US" sz="2800" dirty="0" err="1"/>
              <a:t>self.seq</a:t>
            </a:r>
            <a:r>
              <a:rPr lang="en-US" sz="2800" dirty="0"/>
              <a:t>=seq</a:t>
            </a:r>
          </a:p>
          <a:p>
            <a:r>
              <a:rPr lang="en-US" sz="2800" dirty="0"/>
              <a:t>        print("pattern 3:", </a:t>
            </a:r>
            <a:r>
              <a:rPr lang="en-US" sz="2800" dirty="0" err="1"/>
              <a:t>self.seq</a:t>
            </a:r>
            <a:r>
              <a:rPr lang="en-US" sz="28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BF6106-9452-4AB0-9385-BD35FA54E3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456" t="42590" r="32989" b="32186"/>
          <a:stretch/>
        </p:blipFill>
        <p:spPr>
          <a:xfrm>
            <a:off x="5378289" y="3819032"/>
            <a:ext cx="6813711" cy="341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81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6535-93C0-4046-98E8-5150C845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221"/>
            <a:ext cx="10515600" cy="867327"/>
          </a:xfrm>
        </p:spPr>
        <p:txBody>
          <a:bodyPr/>
          <a:lstStyle/>
          <a:p>
            <a:pPr algn="ctr"/>
            <a:r>
              <a:rPr lang="en-US" dirty="0"/>
              <a:t>Pass  </a:t>
            </a:r>
            <a:r>
              <a:rPr lang="en-US" dirty="0" err="1"/>
              <a:t>mulstiple</a:t>
            </a:r>
            <a:r>
              <a:rPr lang="en-US" dirty="0"/>
              <a:t> parameters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B7F8BF-4C7C-44F7-A682-45184C47D4BC}"/>
              </a:ext>
            </a:extLst>
          </p:cNvPr>
          <p:cNvSpPr/>
          <p:nvPr/>
        </p:nvSpPr>
        <p:spPr>
          <a:xfrm>
            <a:off x="192154" y="1164134"/>
            <a:ext cx="7748339" cy="569386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#pass multiple parameters</a:t>
            </a:r>
          </a:p>
          <a:p>
            <a:r>
              <a:rPr lang="en-US" sz="2800" dirty="0"/>
              <a:t>class constructor_4:</a:t>
            </a:r>
          </a:p>
          <a:p>
            <a:r>
              <a:rPr lang="en-US" sz="2800" dirty="0"/>
              <a:t>    def __</a:t>
            </a:r>
            <a:r>
              <a:rPr lang="en-US" sz="2800" dirty="0" err="1"/>
              <a:t>init</a:t>
            </a:r>
            <a:r>
              <a:rPr lang="en-US" sz="2800" dirty="0"/>
              <a:t>__(self, seq, </a:t>
            </a:r>
            <a:r>
              <a:rPr lang="en-US" sz="2800" dirty="0" err="1"/>
              <a:t>seqID</a:t>
            </a:r>
            <a:r>
              <a:rPr lang="en-US" sz="2800" dirty="0"/>
              <a:t>):</a:t>
            </a:r>
          </a:p>
          <a:p>
            <a:r>
              <a:rPr lang="en-US" sz="2800" dirty="0"/>
              <a:t>        </a:t>
            </a:r>
            <a:r>
              <a:rPr lang="en-US" sz="2800" dirty="0" err="1"/>
              <a:t>self.seq</a:t>
            </a:r>
            <a:r>
              <a:rPr lang="en-US" sz="2800" dirty="0"/>
              <a:t>=seq</a:t>
            </a:r>
          </a:p>
          <a:p>
            <a:r>
              <a:rPr lang="en-US" sz="2800" dirty="0"/>
              <a:t>        </a:t>
            </a:r>
            <a:r>
              <a:rPr lang="en-US" sz="2800" dirty="0" err="1"/>
              <a:t>self.seqID</a:t>
            </a:r>
            <a:r>
              <a:rPr lang="en-US" sz="2800" dirty="0"/>
              <a:t>=</a:t>
            </a:r>
            <a:r>
              <a:rPr lang="en-US" sz="2800" dirty="0" err="1"/>
              <a:t>seqID</a:t>
            </a:r>
            <a:endParaRPr lang="en-US" sz="2800" dirty="0"/>
          </a:p>
          <a:p>
            <a:r>
              <a:rPr lang="en-US" sz="2800" dirty="0"/>
              <a:t>        print("pattern 4:", </a:t>
            </a:r>
            <a:r>
              <a:rPr lang="en-US" sz="2800" dirty="0" err="1"/>
              <a:t>self.seq</a:t>
            </a:r>
            <a:r>
              <a:rPr lang="en-US" sz="2800" dirty="0"/>
              <a:t>, </a:t>
            </a:r>
            <a:r>
              <a:rPr lang="en-US" sz="2800" dirty="0" err="1"/>
              <a:t>self.seqID</a:t>
            </a:r>
            <a:r>
              <a:rPr lang="en-US" sz="2800" dirty="0"/>
              <a:t>)</a:t>
            </a:r>
          </a:p>
          <a:p>
            <a:endParaRPr lang="en-US" sz="2800" dirty="0"/>
          </a:p>
          <a:p>
            <a:r>
              <a:rPr lang="en-US" sz="2800" dirty="0"/>
              <a:t>#pass multiple parameters but one can be default</a:t>
            </a:r>
          </a:p>
          <a:p>
            <a:r>
              <a:rPr lang="en-US" sz="2800" dirty="0"/>
              <a:t>class constructor_5:</a:t>
            </a:r>
          </a:p>
          <a:p>
            <a:r>
              <a:rPr lang="en-US" sz="2800" dirty="0"/>
              <a:t>    def __</a:t>
            </a:r>
            <a:r>
              <a:rPr lang="en-US" sz="2800" dirty="0" err="1"/>
              <a:t>init</a:t>
            </a:r>
            <a:r>
              <a:rPr lang="en-US" sz="2800" dirty="0"/>
              <a:t>__(self, seq, </a:t>
            </a:r>
            <a:r>
              <a:rPr lang="en-US" sz="2800" dirty="0" err="1"/>
              <a:t>seqID</a:t>
            </a:r>
            <a:r>
              <a:rPr lang="en-US" sz="2800" dirty="0"/>
              <a:t>="NA"):</a:t>
            </a:r>
          </a:p>
          <a:p>
            <a:r>
              <a:rPr lang="en-US" sz="2800" dirty="0"/>
              <a:t>        </a:t>
            </a:r>
            <a:r>
              <a:rPr lang="en-US" sz="2800" dirty="0" err="1"/>
              <a:t>self.seq</a:t>
            </a:r>
            <a:r>
              <a:rPr lang="en-US" sz="2800" dirty="0"/>
              <a:t>=seq</a:t>
            </a:r>
          </a:p>
          <a:p>
            <a:r>
              <a:rPr lang="en-US" sz="2800" dirty="0"/>
              <a:t>        </a:t>
            </a:r>
            <a:r>
              <a:rPr lang="en-US" sz="2800" dirty="0" err="1"/>
              <a:t>self.seqID</a:t>
            </a:r>
            <a:r>
              <a:rPr lang="en-US" sz="2800" dirty="0"/>
              <a:t>=</a:t>
            </a:r>
            <a:r>
              <a:rPr lang="en-US" sz="2800" dirty="0" err="1"/>
              <a:t>seqID</a:t>
            </a:r>
            <a:endParaRPr lang="en-US" sz="2800" dirty="0"/>
          </a:p>
          <a:p>
            <a:r>
              <a:rPr lang="en-US" sz="2800" dirty="0"/>
              <a:t>        print("pattern 4:", </a:t>
            </a:r>
            <a:r>
              <a:rPr lang="en-US" sz="2800" dirty="0" err="1"/>
              <a:t>self.seq</a:t>
            </a:r>
            <a:r>
              <a:rPr lang="en-US" sz="2800" dirty="0"/>
              <a:t>, </a:t>
            </a:r>
            <a:r>
              <a:rPr lang="en-US" sz="2800" dirty="0" err="1"/>
              <a:t>self.seqID</a:t>
            </a:r>
            <a:r>
              <a:rPr lang="en-US" sz="28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A8694B-1C97-4774-9556-37F9A6F917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456" t="42590" r="32989" b="32186"/>
          <a:stretch/>
        </p:blipFill>
        <p:spPr>
          <a:xfrm>
            <a:off x="6908915" y="1164134"/>
            <a:ext cx="6813711" cy="341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84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342</Words>
  <Application>Microsoft Office PowerPoint</Application>
  <PresentationFormat>Widescreen</PresentationFormat>
  <Paragraphs>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Develop Python pipeline: Constructor and Destructor</vt:lpstr>
      <vt:lpstr>Constructor and Destructor</vt:lpstr>
      <vt:lpstr>Basic example of constructor and destructor</vt:lpstr>
      <vt:lpstr>Initiate variables</vt:lpstr>
      <vt:lpstr>Pass one parameter</vt:lpstr>
      <vt:lpstr>Pass  mulstiple parameters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 Python pipeline: Objects and Classes</dc:title>
  <dc:creator>Tiezheng Yuan</dc:creator>
  <cp:lastModifiedBy>Tiezheng Yuan</cp:lastModifiedBy>
  <cp:revision>27</cp:revision>
  <dcterms:created xsi:type="dcterms:W3CDTF">2020-01-31T22:01:04Z</dcterms:created>
  <dcterms:modified xsi:type="dcterms:W3CDTF">2020-02-01T12:26:40Z</dcterms:modified>
</cp:coreProperties>
</file>