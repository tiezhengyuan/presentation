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323" r:id="rId4"/>
    <p:sldId id="274" r:id="rId5"/>
    <p:sldId id="273" r:id="rId6"/>
    <p:sldId id="32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77551" autoAdjust="0"/>
  </p:normalViewPr>
  <p:slideViewPr>
    <p:cSldViewPr snapToGrid="0">
      <p:cViewPr varScale="1">
        <p:scale>
          <a:sx n="41" d="100"/>
          <a:sy n="41" d="100"/>
        </p:scale>
        <p:origin x="114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35E18-C188-4B80-9445-659122C614DD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6EDF5-73A9-4F30-B1A6-8B6AF30FC9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61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 Today I am going to introduce what is inheritance in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4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summarized some features of design and implementation of bioinformatics pipeline.  The summarization might not cover all stuffs.</a:t>
            </a:r>
          </a:p>
          <a:p>
            <a:r>
              <a:rPr lang="en-US" dirty="0"/>
              <a:t>1. </a:t>
            </a:r>
            <a:r>
              <a:rPr lang="en-US" sz="1200" dirty="0"/>
              <a:t>Hybrid of object-oriented and process-oriented: Python programming support object-oriented, but process-oriented programming is often used because some bioinformatics steps should be executed in order.</a:t>
            </a:r>
          </a:p>
          <a:p>
            <a:r>
              <a:rPr lang="en-US" sz="1200" dirty="0"/>
              <a:t>2. Hybrid of computing programming and statistics: sometimes statistical models need to be integrated into pipeline.</a:t>
            </a:r>
          </a:p>
          <a:p>
            <a:r>
              <a:rPr lang="en-US" sz="1200" dirty="0"/>
              <a:t>3. Integrate and organize data means you may figure out how to handle raw data, or how to extract annotation data. Sometimes some particular scripts are required.</a:t>
            </a:r>
          </a:p>
          <a:p>
            <a:r>
              <a:rPr lang="en-US" sz="1200" dirty="0"/>
              <a:t>4. Use modules or embed external tools</a:t>
            </a:r>
          </a:p>
          <a:p>
            <a:r>
              <a:rPr lang="en-US" sz="1200" dirty="0"/>
              <a:t>5. Fast delivery: In my experience , the Agile practise is more used than the waterfall method. One advantage of the Agile is that requirements could not be clarified in details at the beginning.</a:t>
            </a:r>
          </a:p>
          <a:p>
            <a:r>
              <a:rPr lang="en-US" sz="1200" dirty="0"/>
              <a:t>6.Linux-based environment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23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 listed some case of bioinformatics relevant tasks. Some of them focus on system administration. Some of them concentrate on coding work. Some of them are close to data analysis. </a:t>
            </a:r>
          </a:p>
          <a:p>
            <a:r>
              <a:rPr lang="en-US" dirty="0"/>
              <a:t>Anyway, once a task is proposed, the technical problems should be solved and the final product should be delivered on time.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553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management is so important. Good task management will facilitate the process of pipeline development. This significance is no less than that applied in other area. Here, I listed some practices involved in task management. The next, I am going to introduce the practice of task decomposition and task scheduling.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013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Tasks decomposition means a complicated or long-term task is decomposed into small and short-term tasks.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work breakdown structure focuses on installation and implementation of bioinformatics system for biologists. A total of three levels tasks are identified. This system is deployed in Azure cloud computing platform. Theoretically, installing a bioinformatic system is not a big deal for a computer specialist. It is unreasonable to spread them in details. Actually, I did spend almost two months in real world.  Correct task decomposition allows you to understand the whole things in advance, and schedule task and allocate resources.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60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GANTT charts is a good tool to schedule tasks. This is a real case: I developed some pipeline for a team.  The time is so tight and the deadline is fixed.  I share this charts with other team member.  For me,  this GANTT chart shows what I should do in the last month, which help me to schedule my time. For other members, that relieve their anxiety and indicate them that everything is under control.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26EDF5-73A9-4F30-B1A6-8B6AF30FC9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719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CFBA-7278-4EB3-9731-0EC2CA682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736D1-9549-46F6-82E7-ADBB83F78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2AB9B-6AC1-4A4E-A922-525FB5EA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35F38-1F90-4E8A-A282-D9ED88CD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0FD0-81EB-48A4-9258-8398DE9F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8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291A9-88F4-4E90-8C13-8F233660F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DEEEA-3E05-42DF-9116-AE885F6EE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35EB9-23F6-4C86-98BE-9E0C1425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FB126-880B-4535-91D3-24DE5315D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82CE4-5F0D-492C-A7C4-573DFAFC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08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834F-1BE7-44DD-8ED6-62700B61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90E5A-F37E-43F8-9F2B-F1D5FFC2B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CB44-75A4-44D8-8DE6-2D637C17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6318C-9B86-43AE-B62C-6798A7B9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E21BB-7B39-442C-9A2F-A71606FE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7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1CDE0-49EB-42CE-982C-3023921E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870B-AB41-452D-AFE5-F9403D30F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9CBAD-E0D3-4ABC-8395-1D5466096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63517-E313-455F-8B5D-79410964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CEB3E-7FD3-437B-8B84-4CBC8AB8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75424-F69E-436B-8506-27D2346D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6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A273-610E-4E32-8B8A-E52ABA77F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7AA1A-186E-439C-9AA2-F0AE095D0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6384C-C5F4-41E6-BB14-90EBDF9FA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08F50F-49EA-4E8F-8608-A81C6D2D6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A6D8C2-9EFE-4B40-8009-3562B94C1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551CB-552F-4203-B2CE-E93307BE5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59EAD-F69A-41DA-A5B4-F09581C3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D2795-7649-472E-ACAC-21F7B92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8A0B-CD8C-41A2-87C4-5E84235B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77AC3-3055-4984-9A8E-C7DE52188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D6781-3C95-4C3A-A642-6CBD59855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CA2B6-0F8A-4464-901A-E9DB3BD2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5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6A254C-BB94-4794-BEA3-5FAF3195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2BB9C-1134-4BC3-8260-BA2B6F56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D7066-657E-48BA-9404-359D9CC5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36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F829-3243-4B52-8281-E9DDA1F3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54CC9-3699-44C0-89DC-687A8006B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442CF5-67A5-4DBF-83FB-3ECFBB488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10D33-C28F-41CB-9D79-0DF80EEB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C33DC-C239-4AF8-9D1E-E779E15D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6A338-41FE-4734-B552-5C90AA02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78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3626-38EC-40FC-81BC-1065A1D1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82D3D4-8C98-4F89-A194-5314F44C4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BCA05-EAE4-4A75-9B5F-29F22B4FC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50693-A768-4B8B-9F75-109A0C237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05722-A632-4957-BEFD-CA108BB9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034C4-659F-4689-A76E-26360649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064A0-DAE7-497D-A81A-04DDA7D2D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56EF7-54F1-4ABB-8450-E287FA405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116C4-249A-4AED-8C24-8A13F2A93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953A9-6C7F-4A0D-BC4B-77B717ABB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677AD-112F-4BFB-85B0-28EC54B6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9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193EE-D243-4226-9CE6-3A107A076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420C8-2A2C-4D59-BB85-A9122D706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D92ED-73E0-43F9-9659-5926218A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1B02-CFB9-4BE7-AFFD-E66651E1C201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28322-7817-470B-8A6B-F1D434BA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2E6F2-BB4F-4B52-B4EE-179AE8CD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4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AAFC31-B832-4BF1-B059-70054D14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1D12-50BE-4FF9-957D-5A61FFDA8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FBD4-EC49-4302-9342-57454FC6B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01B02-CFB9-4BE7-AFFD-E66651E1C201}" type="datetimeFigureOut">
              <a:rPr lang="en-US" smtClean="0"/>
              <a:t>2/5/2020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B591-E304-4539-84E8-50F8F85809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072A4-F25A-4550-BEDC-84064985E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B8275-B259-402B-84A9-4510FAEE6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46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458A-1DC2-4BD0-80E7-B5B1D2F035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 Python pipeline:</a:t>
            </a:r>
            <a:br>
              <a:rPr lang="en-US" dirty="0"/>
            </a:br>
            <a:r>
              <a:rPr lang="en-US" dirty="0"/>
              <a:t>Task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0F043-6162-49F5-A5C0-1CA1BC2BE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5116"/>
            <a:ext cx="9144000" cy="1022684"/>
          </a:xfrm>
        </p:spPr>
        <p:txBody>
          <a:bodyPr/>
          <a:lstStyle/>
          <a:p>
            <a:r>
              <a:rPr lang="en-US" dirty="0"/>
              <a:t>Tiezheng Yuan</a:t>
            </a:r>
          </a:p>
          <a:p>
            <a:r>
              <a:rPr lang="en-US" dirty="0"/>
              <a:t>Feb 05, 2020</a:t>
            </a:r>
          </a:p>
        </p:txBody>
      </p:sp>
    </p:spTree>
    <p:extLst>
      <p:ext uri="{BB962C8B-B14F-4D97-AF65-F5344CB8AC3E}">
        <p14:creationId xmlns:p14="http://schemas.microsoft.com/office/powerpoint/2010/main" val="280559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9BEF9-398D-40DC-8C97-248AEB2CE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Features of bioinformatics pipeline</a:t>
            </a:r>
            <a:br>
              <a:rPr lang="en-US" dirty="0"/>
            </a:br>
            <a:r>
              <a:rPr lang="en-US" dirty="0"/>
              <a:t>using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2904E-5B2A-42E8-8042-C4F942971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3200" dirty="0"/>
              <a:t>Hybrid of object-oriented and process-oriented</a:t>
            </a:r>
          </a:p>
          <a:p>
            <a:r>
              <a:rPr lang="en-US" sz="3200" dirty="0"/>
              <a:t>Hybrid of computing programming and statistics</a:t>
            </a:r>
          </a:p>
          <a:p>
            <a:r>
              <a:rPr lang="en-US" sz="3200" dirty="0"/>
              <a:t>Integrate and organize data</a:t>
            </a:r>
          </a:p>
          <a:p>
            <a:r>
              <a:rPr lang="en-US" sz="3200" dirty="0"/>
              <a:t>Use modules or embed external tools</a:t>
            </a:r>
          </a:p>
          <a:p>
            <a:r>
              <a:rPr lang="en-US" sz="3200" dirty="0"/>
              <a:t>Fast delivery</a:t>
            </a:r>
          </a:p>
          <a:p>
            <a:r>
              <a:rPr lang="en-US" sz="3200" dirty="0"/>
              <a:t>Linux-based environment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5641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6A3D-5571-490D-95DD-1B1028BD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are bioinformatics relevant tasks?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585D4-2A8C-4695-8702-581CB4177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3200" dirty="0"/>
              <a:t>Install and implement an bioinformatics environments</a:t>
            </a:r>
          </a:p>
          <a:p>
            <a:r>
              <a:rPr lang="en-US" sz="3200" dirty="0"/>
              <a:t>Create and implement docker containers</a:t>
            </a:r>
          </a:p>
          <a:p>
            <a:r>
              <a:rPr lang="en-US" sz="3200" dirty="0"/>
              <a:t>Design and manage a bioinformatics data database</a:t>
            </a:r>
          </a:p>
          <a:p>
            <a:r>
              <a:rPr lang="en-US" sz="3200" dirty="0"/>
              <a:t>Design a biomedical software</a:t>
            </a:r>
          </a:p>
          <a:p>
            <a:r>
              <a:rPr lang="en-US" sz="3200" dirty="0"/>
              <a:t>Develop a bioinformatics pipeline</a:t>
            </a:r>
          </a:p>
          <a:p>
            <a:r>
              <a:rPr lang="en-US" sz="3200" dirty="0"/>
              <a:t>Employ external tools to conduct data analysis</a:t>
            </a:r>
          </a:p>
          <a:p>
            <a:r>
              <a:rPr lang="en-US" sz="3200" dirty="0"/>
              <a:t>Integrate a statistical model into pipeline process.</a:t>
            </a:r>
          </a:p>
          <a:p>
            <a:r>
              <a:rPr lang="en-US" sz="3200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2063677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70ED-B4B6-4EB6-ADCB-DC4DD7614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Practices involved Task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4E786-B38F-41DE-AB2F-00E563FF4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3200" dirty="0"/>
              <a:t>Create task lists</a:t>
            </a:r>
          </a:p>
          <a:p>
            <a:r>
              <a:rPr lang="en-US" sz="3200" dirty="0"/>
              <a:t>Decompose tasks into small parts</a:t>
            </a:r>
          </a:p>
          <a:p>
            <a:r>
              <a:rPr lang="en-US" sz="3200" dirty="0"/>
              <a:t>Direct tasks into the phases of design, analysis, testing, implementation, etc.</a:t>
            </a:r>
          </a:p>
          <a:p>
            <a:r>
              <a:rPr lang="en-US" sz="3200" dirty="0"/>
              <a:t>Schedule, assign, or delegate tasks.</a:t>
            </a:r>
          </a:p>
          <a:p>
            <a:r>
              <a:rPr lang="en-US" sz="3200" dirty="0"/>
              <a:t>Evaluate progress</a:t>
            </a:r>
          </a:p>
          <a:p>
            <a:r>
              <a:rPr lang="en-US" sz="3200" dirty="0"/>
              <a:t>Respond to changes of tasks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56364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9C466-D4A9-45DA-A541-B54A92746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11" y="-6120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Work breakdown structure (WBS)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5A1FD8-C34C-48E5-993F-12BBF531C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781" y="1096404"/>
            <a:ext cx="9483730" cy="559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9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67DA-93E9-4DC6-B40C-D029F6B30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48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Use GANTT Charts to manage tasks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40337-9B8F-426E-AC39-D1EEC400EA88}"/>
              </a:ext>
            </a:extLst>
          </p:cNvPr>
          <p:cNvPicPr/>
          <p:nvPr/>
        </p:nvPicPr>
        <p:blipFill rotWithShape="1">
          <a:blip r:embed="rId3"/>
          <a:srcRect l="11846" t="28522" r="4503" b="45268"/>
          <a:stretch/>
        </p:blipFill>
        <p:spPr bwMode="auto">
          <a:xfrm>
            <a:off x="1463131" y="1395981"/>
            <a:ext cx="9265738" cy="17383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9490FE-F9A3-4345-BCA7-61BF457A0B34}"/>
              </a:ext>
            </a:extLst>
          </p:cNvPr>
          <p:cNvPicPr/>
          <p:nvPr/>
        </p:nvPicPr>
        <p:blipFill rotWithShape="1">
          <a:blip r:embed="rId4"/>
          <a:srcRect b="9294"/>
          <a:stretch/>
        </p:blipFill>
        <p:spPr bwMode="auto">
          <a:xfrm>
            <a:off x="3415005" y="3212194"/>
            <a:ext cx="5803640" cy="32806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75493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3212</TotalTime>
  <Words>625</Words>
  <Application>Microsoft Office PowerPoint</Application>
  <PresentationFormat>Widescreen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Develop Python pipeline: Task Management</vt:lpstr>
      <vt:lpstr>Features of bioinformatics pipeline using Python</vt:lpstr>
      <vt:lpstr>What are bioinformatics relevant tasks?</vt:lpstr>
      <vt:lpstr>Practices involved Task Management</vt:lpstr>
      <vt:lpstr>Work breakdown structure (WBS)</vt:lpstr>
      <vt:lpstr>Use GANTT Charts to manage tasks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 Python pipeline: Objects and Classes</dc:title>
  <dc:creator>Tiezheng Yuan</dc:creator>
  <cp:lastModifiedBy>Tiezheng Yuan</cp:lastModifiedBy>
  <cp:revision>76</cp:revision>
  <dcterms:created xsi:type="dcterms:W3CDTF">2020-01-31T22:01:04Z</dcterms:created>
  <dcterms:modified xsi:type="dcterms:W3CDTF">2020-02-06T18:43:03Z</dcterms:modified>
</cp:coreProperties>
</file>