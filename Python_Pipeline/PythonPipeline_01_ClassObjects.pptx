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73878" autoAdjust="0"/>
  </p:normalViewPr>
  <p:slideViewPr>
    <p:cSldViewPr snapToGrid="0">
      <p:cViewPr varScale="1">
        <p:scale>
          <a:sx n="39" d="100"/>
          <a:sy n="39" d="100"/>
        </p:scale>
        <p:origin x="12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how are objects and classes defined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objects.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90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basic example of class and object in Python. In this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84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show how to use class in Python. Showed in the right side is the python code about instantiation of classes. And the results displayed in the left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2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Java is rigid object-oriented. Python is much more flexible than Java. In terms of classes and objects, defining and using classes and objects is much easier in Python than other languages such as C++ and Java. </a:t>
            </a:r>
          </a:p>
          <a:p>
            <a:endParaRPr lang="en-US" dirty="0"/>
          </a:p>
          <a:p>
            <a:r>
              <a:rPr lang="en-US" dirty="0"/>
              <a:t>Data:  In Java, data should not be involved into an object. Data is assigned after an object is instantiated. In Python, data could be part of an object when a variable object is claimed.</a:t>
            </a:r>
          </a:p>
          <a:p>
            <a:r>
              <a:rPr lang="en-US" dirty="0"/>
              <a:t>Variable:  A variable can not hold an object, but a reference to an object in Java. A variable can be an object in Python.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Objects and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Jan 31,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04E-5B2A-42E8-8042-C4F94297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 world, objects are the physical entities of which the world is comprised.  We could observe those objects.</a:t>
            </a:r>
          </a:p>
          <a:p>
            <a:r>
              <a:rPr lang="en-US" dirty="0"/>
              <a:t>For object-oriented programming (OOP) thinking, objects are units or pieces of which a software system is comprised. We use objects to create abstract models.</a:t>
            </a:r>
          </a:p>
          <a:p>
            <a:r>
              <a:rPr lang="en-US" dirty="0"/>
              <a:t>In Python, objects could be variables such as list or dictionary. Objects could be functions, too.</a:t>
            </a:r>
          </a:p>
        </p:txBody>
      </p:sp>
    </p:spTree>
    <p:extLst>
      <p:ext uri="{BB962C8B-B14F-4D97-AF65-F5344CB8AC3E}">
        <p14:creationId xmlns:p14="http://schemas.microsoft.com/office/powerpoint/2010/main" val="21564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0808-791F-4DE9-AE93-42948B4F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7760-E35F-4C06-89AF-07D5F6E31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 world, classes are units of entities with similar attributes. For example cars are categorized into sedan, SUV and pickup.</a:t>
            </a:r>
          </a:p>
          <a:p>
            <a:r>
              <a:rPr lang="en-US" dirty="0"/>
              <a:t>In OOP thinking, a class is an abstract description of units of objects.</a:t>
            </a:r>
          </a:p>
          <a:p>
            <a:r>
              <a:rPr lang="en-US" dirty="0"/>
              <a:t>In Python, a class is a bundle of data and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1876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6535-93C0-4046-98E8-5150C845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example of 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7156-8AA0-41E4-BE6D-27F8A621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4165"/>
            <a:ext cx="10515600" cy="15087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Class: There is a class known as DNA</a:t>
            </a:r>
          </a:p>
          <a:p>
            <a:r>
              <a:rPr lang="en-US" dirty="0"/>
              <a:t>Objects: </a:t>
            </a:r>
            <a:br>
              <a:rPr lang="en-US" dirty="0"/>
            </a:br>
            <a:r>
              <a:rPr lang="en-US" dirty="0"/>
              <a:t>The string variable </a:t>
            </a:r>
            <a:r>
              <a:rPr lang="en-US" dirty="0" err="1"/>
              <a:t>DNASeq</a:t>
            </a:r>
            <a:r>
              <a:rPr lang="en-US" dirty="0"/>
              <a:t>, which is created in the class.</a:t>
            </a:r>
            <a:br>
              <a:rPr lang="en-US" dirty="0"/>
            </a:br>
            <a:r>
              <a:rPr lang="en-US" dirty="0"/>
              <a:t>The function </a:t>
            </a:r>
            <a:r>
              <a:rPr lang="en-US" dirty="0" err="1"/>
              <a:t>getDNA</a:t>
            </a:r>
            <a:r>
              <a:rPr lang="en-US" dirty="0"/>
              <a:t>, which is claimed by the prefix def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7F8BF-4C7C-44F7-A682-45184C47D4BC}"/>
              </a:ext>
            </a:extLst>
          </p:cNvPr>
          <p:cNvSpPr/>
          <p:nvPr/>
        </p:nvSpPr>
        <p:spPr>
          <a:xfrm>
            <a:off x="2438398" y="1690688"/>
            <a:ext cx="7748339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class DNA: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DNASeq</a:t>
            </a:r>
            <a:r>
              <a:rPr lang="en-US" sz="2800" dirty="0"/>
              <a:t>="ATTCGG"</a:t>
            </a:r>
          </a:p>
          <a:p>
            <a:endParaRPr lang="en-US" sz="2800" dirty="0"/>
          </a:p>
          <a:p>
            <a:r>
              <a:rPr lang="en-US" sz="2800" dirty="0"/>
              <a:t>    def </a:t>
            </a:r>
            <a:r>
              <a:rPr lang="en-US" sz="2800" dirty="0" err="1"/>
              <a:t>getDNA</a:t>
            </a:r>
            <a:r>
              <a:rPr lang="en-US" sz="2800" dirty="0"/>
              <a:t>(self):</a:t>
            </a:r>
          </a:p>
          <a:p>
            <a:r>
              <a:rPr lang="en-US" sz="2800" dirty="0"/>
              <a:t>        print("The DNA sequence is", </a:t>
            </a:r>
            <a:r>
              <a:rPr lang="en-US" sz="2800" dirty="0" err="1"/>
              <a:t>self.DNASeq</a:t>
            </a:r>
            <a:r>
              <a:rPr lang="en-US" sz="2800" dirty="0"/>
              <a:t>)</a:t>
            </a:r>
          </a:p>
          <a:p>
            <a:r>
              <a:rPr lang="en-US" sz="2800" dirty="0"/>
              <a:t>        return </a:t>
            </a:r>
            <a:r>
              <a:rPr lang="en-US" sz="2800" dirty="0" err="1"/>
              <a:t>self.DNASeq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638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109F-9928-4652-8C5A-A035E684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Instantiate a class and access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0142-A537-49D2-A02D-CCB4BADDA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1" y="5690017"/>
            <a:ext cx="10515600" cy="802858"/>
          </a:xfrm>
        </p:spPr>
        <p:txBody>
          <a:bodyPr/>
          <a:lstStyle/>
          <a:p>
            <a:r>
              <a:rPr lang="en-US" dirty="0"/>
              <a:t>The class is “DNA”. The variable is “</a:t>
            </a:r>
            <a:r>
              <a:rPr lang="en-US" dirty="0" err="1"/>
              <a:t>DNASeq</a:t>
            </a:r>
            <a:r>
              <a:rPr lang="en-US" dirty="0"/>
              <a:t>”. The method is “</a:t>
            </a:r>
            <a:r>
              <a:rPr lang="en-US" dirty="0" err="1"/>
              <a:t>getDNA</a:t>
            </a:r>
            <a:r>
              <a:rPr lang="en-US" dirty="0"/>
              <a:t>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5BE53-7F6D-419C-8D8F-9A7FCF73FF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3" t="31340" r="25905" b="27720"/>
          <a:stretch/>
        </p:blipFill>
        <p:spPr>
          <a:xfrm>
            <a:off x="250832" y="1531498"/>
            <a:ext cx="11690336" cy="37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7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1D46-51DE-4DAA-9E1E-8A8D875A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could be functional programming except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00A3-01E6-45B3-84A0-812AD21FE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</a:t>
            </a:r>
            <a:br>
              <a:rPr lang="en-US" dirty="0"/>
            </a:br>
            <a:r>
              <a:rPr lang="en-US" dirty="0"/>
              <a:t>In Java, data should not be involved into an object. Data is assigned after an object is instantiated.</a:t>
            </a:r>
            <a:br>
              <a:rPr lang="en-US" dirty="0"/>
            </a:br>
            <a:r>
              <a:rPr lang="en-US" dirty="0"/>
              <a:t>In Python, data could be part of an object when a variable object is claimed.</a:t>
            </a:r>
          </a:p>
          <a:p>
            <a:r>
              <a:rPr lang="en-US" dirty="0"/>
              <a:t>Variable: </a:t>
            </a:r>
            <a:br>
              <a:rPr lang="en-US" dirty="0"/>
            </a:br>
            <a:r>
              <a:rPr lang="en-US" dirty="0"/>
              <a:t>A variable can not hold an object, but a reference to an object in Java.</a:t>
            </a:r>
            <a:br>
              <a:rPr lang="en-US" dirty="0"/>
            </a:br>
            <a:r>
              <a:rPr lang="en-US" dirty="0"/>
              <a:t>A variable can be an object in Python. </a:t>
            </a:r>
          </a:p>
        </p:txBody>
      </p:sp>
    </p:spTree>
    <p:extLst>
      <p:ext uri="{BB962C8B-B14F-4D97-AF65-F5344CB8AC3E}">
        <p14:creationId xmlns:p14="http://schemas.microsoft.com/office/powerpoint/2010/main" val="28493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502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Develop Python pipeline: Objects and Classes</vt:lpstr>
      <vt:lpstr>Objects</vt:lpstr>
      <vt:lpstr>Classes</vt:lpstr>
      <vt:lpstr>A basic example of class and object</vt:lpstr>
      <vt:lpstr>Instantiate a class and access objects</vt:lpstr>
      <vt:lpstr>Python could be functional programming except 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11</cp:revision>
  <dcterms:created xsi:type="dcterms:W3CDTF">2020-01-31T22:01:04Z</dcterms:created>
  <dcterms:modified xsi:type="dcterms:W3CDTF">2020-02-01T00:05:48Z</dcterms:modified>
</cp:coreProperties>
</file>