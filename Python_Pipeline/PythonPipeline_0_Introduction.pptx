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878" autoAdjust="0"/>
  </p:normalViewPr>
  <p:slideViewPr>
    <p:cSldViewPr snapToGrid="0">
      <p:cViewPr varScale="1">
        <p:scale>
          <a:sx n="39" d="100"/>
          <a:sy n="39" d="100"/>
        </p:scale>
        <p:origin x="123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69CC08-DAE5-4B47-AE33-408886B4BB17}" type="datetimeFigureOut">
              <a:rPr lang="en-US" smtClean="0"/>
              <a:t>2/8/2020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37AF03-1BD5-4708-96F7-4E9D9A9D0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347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series, I am going to select 10 points and discuss some practices surrounding about the topic – develop python pipeline. </a:t>
            </a:r>
            <a:r>
              <a:rPr lang="en-US"/>
              <a:t>They are -----------. Each </a:t>
            </a:r>
            <a:r>
              <a:rPr lang="en-US" dirty="0"/>
              <a:t>presentation is limited in 5-10 minutes.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37AF03-1BD5-4708-96F7-4E9D9A9D04F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023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4DC37-67F0-4331-A3FA-A8FF3CA90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4B319E-0389-4FDC-A2DB-3D1E66758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0C515-FB61-4C21-9E23-D1CB79F32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ABCF4-CED1-4B75-B2D3-F4D06E676CFE}" type="datetimeFigureOut">
              <a:rPr lang="en-US" smtClean="0"/>
              <a:t>2/8/2020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50019-05A0-42EF-B11E-DAF9FBBB3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23AB4-AADF-4A25-B8F0-2CC3C0C91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CC785-BB48-4996-90E4-6D12EFAC9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81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E1F52-A462-45BE-A591-E9F079005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D4036-7048-4ED8-A603-A449FEE65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5CC6D-9762-4130-B68C-8309E793D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ABCF4-CED1-4B75-B2D3-F4D06E676CFE}" type="datetimeFigureOut">
              <a:rPr lang="en-US" smtClean="0"/>
              <a:t>2/8/2020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3B747-0229-49EA-9D14-DE5547EFF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F1100-66BC-44E8-9DFE-F57D19A52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CC785-BB48-4996-90E4-6D12EFAC9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469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9B7E2-9E7A-4C1E-9E66-D9E9C0BCA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3A1231-892E-4FED-81D6-E45054D75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4BCED-7AB0-4D8F-901E-4762C233A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ABCF4-CED1-4B75-B2D3-F4D06E676CFE}" type="datetimeFigureOut">
              <a:rPr lang="en-US" smtClean="0"/>
              <a:t>2/8/2020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B0492-4CC9-490A-A956-16D02E9D6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BBB98-96D1-4617-B69F-B20FBAF6D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CC785-BB48-4996-90E4-6D12EFAC9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154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EB6F1-B97A-4F3A-A6D3-D238ACD02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49E7F-F49D-4406-B5C1-5A442BAFE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20C077-027F-4C43-9088-9F248C5009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452AC3-38C7-42FA-BB74-8DF81CA44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ABCF4-CED1-4B75-B2D3-F4D06E676CFE}" type="datetimeFigureOut">
              <a:rPr lang="en-US" smtClean="0"/>
              <a:t>2/8/2020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78B316-8C85-4E7F-B52D-ED0DBE643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E7F801-FF80-4FF8-B72D-AE599822D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CC785-BB48-4996-90E4-6D12EFAC9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1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D6F6C-37AB-4331-B0F0-4449B0180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AC875F-2638-44CE-8168-0F3D12F2C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9BA603-1F20-4F29-B201-8153165043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112F33-64DF-4665-8030-E48FE578BC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CE0694-76B7-48A0-99B8-1CC9641F89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9C138A-EE2B-44BA-BD6F-5EEC945FE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ABCF4-CED1-4B75-B2D3-F4D06E676CFE}" type="datetimeFigureOut">
              <a:rPr lang="en-US" smtClean="0"/>
              <a:t>2/8/2020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1B0E4B-88FA-4BA2-B374-710525F9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CDAC94-B1E9-406B-AF14-3F4831F35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CC785-BB48-4996-90E4-6D12EFAC9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814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F6B41-49A3-4D07-8158-59A17B46F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EB57A8-DA86-483A-8168-DA5E766AC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ABCF4-CED1-4B75-B2D3-F4D06E676CFE}" type="datetimeFigureOut">
              <a:rPr lang="en-US" smtClean="0"/>
              <a:t>2/8/2020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59D3A6-5496-49D9-A022-F2A61434E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C85E90-E515-41E7-91FE-F1EE074FD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CC785-BB48-4996-90E4-6D12EFAC9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99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7313C6-8283-49FF-8EEC-8110C2BF3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ABCF4-CED1-4B75-B2D3-F4D06E676CFE}" type="datetimeFigureOut">
              <a:rPr lang="en-US" smtClean="0"/>
              <a:t>2/8/2020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33D0DD-EF0B-40F6-BA7D-8B5ACC799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8C05F-3175-4930-8842-CB5347637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CC785-BB48-4996-90E4-6D12EFAC9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137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5372A-A792-44D6-AAB9-31505A5E8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AA93D-1CB3-4184-827D-CAEA31E63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4ABB7C-F049-4B48-8383-057538C85A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41A0F-C6ED-4B04-B990-3209787D1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ABCF4-CED1-4B75-B2D3-F4D06E676CFE}" type="datetimeFigureOut">
              <a:rPr lang="en-US" smtClean="0"/>
              <a:t>2/8/2020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3316C-FE78-4F1C-AD16-550E64052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8E73A1-95AF-459D-8425-469C4372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CC785-BB48-4996-90E4-6D12EFAC9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439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0DA9C-AB37-4307-B1CB-2DB77FF52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BED154-FCC4-4828-A994-3D22BB4810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AAEF75-B874-45DD-AF43-840260031F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A0015D-E0E8-45B6-AE66-B74BCCCD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ABCF4-CED1-4B75-B2D3-F4D06E676CFE}" type="datetimeFigureOut">
              <a:rPr lang="en-US" smtClean="0"/>
              <a:t>2/8/2020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14C0AF-6545-4306-BD2A-EA24E130B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D3D2BE-ED6A-4DD8-89EF-200A6BFE3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CC785-BB48-4996-90E4-6D12EFAC9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858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125DF-A2C2-4D96-BA04-D1A241C28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EAC736-4FF1-4FC2-9112-E0519E092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F5ED0-8593-49C2-B307-321EDB995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ABCF4-CED1-4B75-B2D3-F4D06E676CFE}" type="datetimeFigureOut">
              <a:rPr lang="en-US" smtClean="0"/>
              <a:t>2/8/2020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C32D8-C4A7-4CF1-969C-C8BF431CF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A6DC0-969B-43EA-AD33-899E9A357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CC785-BB48-4996-90E4-6D12EFAC9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664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75548E-192E-46A9-AAAF-FFF32B0D17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2901D-6359-4EC4-94BA-570C660C8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FD12-3DE8-403D-B3A4-84E57AC96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ABCF4-CED1-4B75-B2D3-F4D06E676CFE}" type="datetimeFigureOut">
              <a:rPr lang="en-US" smtClean="0"/>
              <a:t>2/8/2020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704B3-4E05-4C75-9386-0EBDCFF4B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C6CA8-4546-4A83-B773-E4D5E4621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CC785-BB48-4996-90E4-6D12EFAC9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806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68AD08-45AF-4CC9-9634-EF106E399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E2CD3-4657-4DB8-8FC5-1428F244E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80DA0-6173-4880-9F07-B3EAAFD61F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AABCF4-CED1-4B75-B2D3-F4D06E676CFE}" type="datetimeFigureOut">
              <a:rPr lang="en-US" smtClean="0"/>
              <a:t>2/8/2020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AB998-9511-4431-ACB0-90BD18B1C5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7EF93-2B9D-43AE-80A0-A0EC172BEA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1CC785-BB48-4996-90E4-6D12EFAC9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453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426C8-7269-488D-B29A-0BADBCB07E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Develop Python Pipeline:</a:t>
            </a:r>
            <a:br>
              <a:rPr lang="en-US" dirty="0"/>
            </a:br>
            <a:r>
              <a:rPr lang="en-US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5EC23B-84F2-4CE2-BCB9-B52D71CCAE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90736"/>
            <a:ext cx="9144000" cy="1167063"/>
          </a:xfrm>
        </p:spPr>
        <p:txBody>
          <a:bodyPr/>
          <a:lstStyle/>
          <a:p>
            <a:r>
              <a:rPr lang="en-US" dirty="0"/>
              <a:t>Tiezheng Yuan</a:t>
            </a:r>
          </a:p>
          <a:p>
            <a:r>
              <a:rPr lang="en-US" dirty="0"/>
              <a:t>Feb 8</a:t>
            </a:r>
            <a:r>
              <a:rPr lang="en-US" baseline="30000" dirty="0"/>
              <a:t>th</a:t>
            </a:r>
            <a:r>
              <a:rPr lang="en-US" dirty="0"/>
              <a:t>, 2020</a:t>
            </a:r>
          </a:p>
        </p:txBody>
      </p:sp>
    </p:spTree>
    <p:extLst>
      <p:ext uri="{BB962C8B-B14F-4D97-AF65-F5344CB8AC3E}">
        <p14:creationId xmlns:p14="http://schemas.microsoft.com/office/powerpoint/2010/main" val="2858930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CE95E-FD98-4436-AE4B-DED5A1D2F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I select this topic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DB7A2-CAF8-4622-A262-64CE5AD32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bioinformatics area, developing analytic pipelines using Python is important part of tasks of bioinformatician.</a:t>
            </a:r>
          </a:p>
          <a:p>
            <a:r>
              <a:rPr lang="en-US" dirty="0"/>
              <a:t>In real working circumstances, many python scripts may be composed of tens or hundreds lines and their life cycle may be as short as couple months. </a:t>
            </a:r>
          </a:p>
          <a:p>
            <a:r>
              <a:rPr lang="en-US" dirty="0"/>
              <a:t>In my mind, pipeline design predates typing code; Architecture of the pipeline prioritizes source code itself. It is possible that accumulated thousand lines of code become useless in a certain day.</a:t>
            </a:r>
          </a:p>
        </p:txBody>
      </p:sp>
    </p:spTree>
    <p:extLst>
      <p:ext uri="{BB962C8B-B14F-4D97-AF65-F5344CB8AC3E}">
        <p14:creationId xmlns:p14="http://schemas.microsoft.com/office/powerpoint/2010/main" val="15051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F4F7D-281D-4EF6-98C6-0495CA954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3864"/>
          </a:xfrm>
        </p:spPr>
        <p:txBody>
          <a:bodyPr/>
          <a:lstStyle/>
          <a:p>
            <a:pPr algn="ctr"/>
            <a:r>
              <a:rPr lang="en-US" dirty="0"/>
              <a:t>About this series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397C1-A55A-46D2-9331-EF6F5181A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3789"/>
            <a:ext cx="10515600" cy="504908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Classes and objects</a:t>
            </a:r>
          </a:p>
          <a:p>
            <a:r>
              <a:rPr lang="en-US" dirty="0"/>
              <a:t>Inheritance and composition</a:t>
            </a:r>
          </a:p>
          <a:p>
            <a:r>
              <a:rPr lang="en-US" dirty="0"/>
              <a:t>Constructor and destructor</a:t>
            </a:r>
          </a:p>
          <a:p>
            <a:r>
              <a:rPr lang="en-US" dirty="0"/>
              <a:t>Decorator</a:t>
            </a:r>
          </a:p>
          <a:p>
            <a:r>
              <a:rPr lang="en-US" dirty="0"/>
              <a:t>Concurrency or parallel processing in Python</a:t>
            </a:r>
          </a:p>
          <a:p>
            <a:r>
              <a:rPr lang="en-US" dirty="0"/>
              <a:t>Conduct data and process modelling</a:t>
            </a:r>
          </a:p>
          <a:p>
            <a:r>
              <a:rPr lang="en-US" dirty="0"/>
              <a:t>Conduct class modelling</a:t>
            </a:r>
          </a:p>
          <a:p>
            <a:r>
              <a:rPr lang="en-US" dirty="0"/>
              <a:t>Project management</a:t>
            </a:r>
          </a:p>
          <a:p>
            <a:r>
              <a:rPr lang="en-US" dirty="0"/>
              <a:t>Unit testing</a:t>
            </a:r>
          </a:p>
          <a:p>
            <a:r>
              <a:rPr lang="en-US" dirty="0"/>
              <a:t>Version control</a:t>
            </a:r>
          </a:p>
        </p:txBody>
      </p:sp>
    </p:spTree>
    <p:extLst>
      <p:ext uri="{BB962C8B-B14F-4D97-AF65-F5344CB8AC3E}">
        <p14:creationId xmlns:p14="http://schemas.microsoft.com/office/powerpoint/2010/main" val="1041384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166</Words>
  <Application>Microsoft Office PowerPoint</Application>
  <PresentationFormat>Widescreen</PresentationFormat>
  <Paragraphs>20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Develop Python Pipeline: Introduction</vt:lpstr>
      <vt:lpstr>What I select this topic</vt:lpstr>
      <vt:lpstr>About this series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 Python Pipeline: Introduction</dc:title>
  <dc:creator>Tiezheng Yuan</dc:creator>
  <cp:lastModifiedBy>Tiezheng Yuan</cp:lastModifiedBy>
  <cp:revision>3</cp:revision>
  <dcterms:created xsi:type="dcterms:W3CDTF">2020-02-08T15:16:57Z</dcterms:created>
  <dcterms:modified xsi:type="dcterms:W3CDTF">2020-02-08T15:48:07Z</dcterms:modified>
</cp:coreProperties>
</file>