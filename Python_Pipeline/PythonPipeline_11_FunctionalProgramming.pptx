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73878" autoAdjust="0"/>
  </p:normalViewPr>
  <p:slideViewPr>
    <p:cSldViewPr snapToGrid="0">
      <p:cViewPr varScale="1">
        <p:scale>
          <a:sx n="50" d="100"/>
          <a:sy n="50" d="100"/>
        </p:scale>
        <p:origin x="12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arguments passing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3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Functional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26yh,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of Functional Programming:</a:t>
            </a:r>
            <a:br>
              <a:rPr lang="en-US" dirty="0"/>
            </a:br>
            <a:r>
              <a:rPr lang="en-US" dirty="0"/>
              <a:t>one function, one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04E-5B2A-42E8-8042-C4F94297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Self-contained: Each function focus on a specific task.</a:t>
            </a:r>
          </a:p>
          <a:p>
            <a:r>
              <a:rPr lang="en-US" sz="3200" dirty="0"/>
              <a:t>Rigid call: A function only receive data at top of the function through inputs. </a:t>
            </a:r>
          </a:p>
          <a:p>
            <a:r>
              <a:rPr lang="en-US" sz="3200" dirty="0"/>
              <a:t>Rigid leave: All execution start from the top, and leave the function at the end of function code. </a:t>
            </a:r>
          </a:p>
          <a:p>
            <a:r>
              <a:rPr lang="en-US" sz="3200" dirty="0"/>
              <a:t>Allow to pass a function or return a function.</a:t>
            </a:r>
          </a:p>
        </p:txBody>
      </p:sp>
    </p:spTree>
    <p:extLst>
      <p:ext uri="{BB962C8B-B14F-4D97-AF65-F5344CB8AC3E}">
        <p14:creationId xmlns:p14="http://schemas.microsoft.com/office/powerpoint/2010/main" val="21564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33F2-63E9-4BAB-AD35-3FD3A015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to Writing a Function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1473-B16E-42AA-8765-D2C32FA20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purpose of the function. </a:t>
            </a:r>
          </a:p>
          <a:p>
            <a:r>
              <a:rPr lang="en-US" dirty="0"/>
              <a:t>Define the inputs that comes into the function.</a:t>
            </a:r>
          </a:p>
          <a:p>
            <a:r>
              <a:rPr lang="en-US" dirty="0"/>
              <a:t>Define the outputs that export from the function.</a:t>
            </a:r>
          </a:p>
          <a:p>
            <a:r>
              <a:rPr lang="en-US" dirty="0"/>
              <a:t>Design the algorithm,  and decide the steps that the program will use to accomplish this purpose. </a:t>
            </a:r>
          </a:p>
          <a:p>
            <a:r>
              <a:rPr lang="en-US" dirty="0"/>
              <a:t>Create the function…..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12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3546-AE8F-4438-8696-93C9827F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Iterable</a:t>
            </a:r>
            <a:r>
              <a:rPr lang="en-US" dirty="0"/>
              <a:t>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773F2-04B4-4984-8A92-B946AFEED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Iterable</a:t>
            </a:r>
            <a:r>
              <a:rPr lang="en-US" dirty="0"/>
              <a:t> object produce a result at a time in the context of an iteration tool like a for loop.</a:t>
            </a:r>
          </a:p>
          <a:p>
            <a:r>
              <a:rPr lang="en-US" dirty="0" err="1"/>
              <a:t>Iterable</a:t>
            </a:r>
            <a:r>
              <a:rPr lang="en-US" dirty="0"/>
              <a:t> object:</a:t>
            </a:r>
            <a:br>
              <a:rPr lang="en-US" dirty="0"/>
            </a:br>
            <a:r>
              <a:rPr lang="en-US" dirty="0"/>
              <a:t>List: iter([1,2, 3])</a:t>
            </a:r>
            <a:br>
              <a:rPr lang="en-US" dirty="0"/>
            </a:br>
            <a:r>
              <a:rPr lang="en-US" dirty="0"/>
              <a:t>for loop: for x in range(10): print (x**3)</a:t>
            </a:r>
            <a:br>
              <a:rPr lang="en-US" dirty="0"/>
            </a:br>
            <a:r>
              <a:rPr lang="en-US" dirty="0"/>
              <a:t>file handler: f = open(“/home/text.txt”)</a:t>
            </a:r>
          </a:p>
          <a:p>
            <a:r>
              <a:rPr lang="en-US" dirty="0"/>
              <a:t>Use __next__() method to retrieve a value at a time</a:t>
            </a:r>
          </a:p>
        </p:txBody>
      </p:sp>
    </p:spTree>
    <p:extLst>
      <p:ext uri="{BB962C8B-B14F-4D97-AF65-F5344CB8AC3E}">
        <p14:creationId xmlns:p14="http://schemas.microsoft.com/office/powerpoint/2010/main" val="368436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8817-C769-4624-A57D-A54EEA6E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6D312-03B0-40F9-AE6B-93C9700E1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function</a:t>
            </a:r>
          </a:p>
          <a:p>
            <a:r>
              <a:rPr lang="en-US" dirty="0"/>
              <a:t>filter()</a:t>
            </a:r>
          </a:p>
          <a:p>
            <a:r>
              <a:rPr lang="en-US" dirty="0"/>
              <a:t>map()</a:t>
            </a:r>
          </a:p>
          <a:p>
            <a:r>
              <a:rPr lang="en-US" dirty="0"/>
              <a:t>Reduce()</a:t>
            </a:r>
          </a:p>
        </p:txBody>
      </p:sp>
    </p:spTree>
    <p:extLst>
      <p:ext uri="{BB962C8B-B14F-4D97-AF65-F5344CB8AC3E}">
        <p14:creationId xmlns:p14="http://schemas.microsoft.com/office/powerpoint/2010/main" val="155780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366E-2FE6-4051-8B00-0FA955C2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06900" cy="1325563"/>
          </a:xfrm>
        </p:spPr>
        <p:txBody>
          <a:bodyPr/>
          <a:lstStyle/>
          <a:p>
            <a:r>
              <a:rPr lang="en-US" dirty="0"/>
              <a:t>Filter()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09F50-57A9-4CAC-B08B-8C9E01C1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57799"/>
            <a:ext cx="4406900" cy="919163"/>
          </a:xfrm>
        </p:spPr>
        <p:txBody>
          <a:bodyPr/>
          <a:lstStyle/>
          <a:p>
            <a:r>
              <a:rPr lang="en-US" dirty="0"/>
              <a:t>Return boolean iterator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6649E-F34F-4040-B776-5CEC7C142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75" t="19141" r="34687" b="2881"/>
          <a:stretch/>
        </p:blipFill>
        <p:spPr>
          <a:xfrm>
            <a:off x="5533498" y="203200"/>
            <a:ext cx="6455302" cy="655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1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1A6D-621C-485F-9231-08D47A17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Map()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02813-A061-4B7B-A4A9-F7DC52D12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79999"/>
            <a:ext cx="3987800" cy="1096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BBEF9-073C-4638-97A8-36265E440A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71" t="23267" r="38542" b="10352"/>
          <a:stretch/>
        </p:blipFill>
        <p:spPr>
          <a:xfrm>
            <a:off x="5765800" y="752058"/>
            <a:ext cx="6146800" cy="58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9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E265-350E-4CDF-902F-8D4BA4F5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53E1-C980-4D93-997F-8ABE45B1C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9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244</Words>
  <Application>Microsoft Office PowerPoint</Application>
  <PresentationFormat>Widescreen</PresentationFormat>
  <Paragraphs>29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Develop Python Pipeline: Functional Programming</vt:lpstr>
      <vt:lpstr>Features of Functional Programming: one function, one task</vt:lpstr>
      <vt:lpstr>Steps to Writing a Function </vt:lpstr>
      <vt:lpstr>Iterable object</vt:lpstr>
      <vt:lpstr>Functional programming in Python</vt:lpstr>
      <vt:lpstr>Filter()</vt:lpstr>
      <vt:lpstr>Map()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69</cp:revision>
  <dcterms:created xsi:type="dcterms:W3CDTF">2020-01-31T22:01:04Z</dcterms:created>
  <dcterms:modified xsi:type="dcterms:W3CDTF">2020-03-26T22:15:50Z</dcterms:modified>
</cp:coreProperties>
</file>