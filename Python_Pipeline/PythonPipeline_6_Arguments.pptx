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60" r:id="rId4"/>
    <p:sldId id="259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5" autoAdjust="0"/>
    <p:restoredTop sz="73878" autoAdjust="0"/>
  </p:normalViewPr>
  <p:slideViewPr>
    <p:cSldViewPr snapToGrid="0">
      <p:cViewPr varScale="1">
        <p:scale>
          <a:sx n="50" d="100"/>
          <a:sy n="50" d="100"/>
        </p:scale>
        <p:origin x="126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135E18-C188-4B80-9445-659122C614DD}" type="datetimeFigureOut">
              <a:rPr lang="en-US" smtClean="0"/>
              <a:t>3/26/2020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26EDF5-73A9-4F30-B1A6-8B6AF30FC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761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Hello. Today I am going to introduce arguments passing in Python.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26EDF5-73A9-4F30-B1A6-8B6AF30FC97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540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26EDF5-73A9-4F30-B1A6-8B6AF30FC97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7230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9CFBA-7278-4EB3-9731-0EC2CA6826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4736D1-9549-46F6-82E7-ADBB83F78A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52AB9B-6AC1-4A4E-A922-525FB5EA0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1B02-CFB9-4BE7-AFFD-E66651E1C201}" type="datetimeFigureOut">
              <a:rPr lang="en-US" smtClean="0"/>
              <a:t>3/26/2020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035F38-1F90-4E8A-A282-D9ED88CD8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10FD0-81EB-48A4-9258-8398DE9F9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680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291A9-88F4-4E90-8C13-8F233660F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DEEEA-3E05-42DF-9116-AE885F6EE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835EB9-23F6-4C86-98BE-9E0C14254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1B02-CFB9-4BE7-AFFD-E66651E1C201}" type="datetimeFigureOut">
              <a:rPr lang="en-US" smtClean="0"/>
              <a:t>3/26/2020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FB126-880B-4535-91D3-24DE5315D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282CE4-5F0D-492C-A7C4-573DFAFCC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708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8834F-1BE7-44DD-8ED6-62700B61F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890E5A-F37E-43F8-9F2B-F1D5FFC2BC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72CB44-75A4-44D8-8DE6-2D637C175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1B02-CFB9-4BE7-AFFD-E66651E1C201}" type="datetimeFigureOut">
              <a:rPr lang="en-US" smtClean="0"/>
              <a:t>3/26/2020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6318C-9B86-43AE-B62C-6798A7B94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E21BB-7B39-442C-9A2F-A71606FE7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072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1CDE0-49EB-42CE-982C-3023921EC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9870B-AB41-452D-AFE5-F9403D30FE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29CBAD-E0D3-4ABC-8395-1D54660963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363517-E313-455F-8B5D-79410964A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1B02-CFB9-4BE7-AFFD-E66651E1C201}" type="datetimeFigureOut">
              <a:rPr lang="en-US" smtClean="0"/>
              <a:t>3/26/2020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2CEB3E-7FD3-437B-8B84-4CBC8AB83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75424-F69E-436B-8506-27D2346DF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662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0A273-610E-4E32-8B8A-E52ABA77F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67AA1A-186E-439C-9AA2-F0AE095D09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F6384C-C5F4-41E6-BB14-90EBDF9FA8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08F50F-49EA-4E8F-8608-A81C6D2D62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A6D8C2-9EFE-4B40-8009-3562B94C1A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1551CB-552F-4203-B2CE-E93307BE5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1B02-CFB9-4BE7-AFFD-E66651E1C201}" type="datetimeFigureOut">
              <a:rPr lang="en-US" smtClean="0"/>
              <a:t>3/26/2020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259EAD-F69A-41DA-A5B4-F09581C30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3D2795-7649-472E-ACAC-21F7B92A6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9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68A0B-CD8C-41A2-87C4-5E84235B5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477AC3-3055-4984-9A8E-C7DE52188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1B02-CFB9-4BE7-AFFD-E66651E1C201}" type="datetimeFigureOut">
              <a:rPr lang="en-US" smtClean="0"/>
              <a:t>3/26/2020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1D6781-3C95-4C3A-A642-6CBD59855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CCA2B6-0F8A-4464-901A-E9DB3BD20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958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6A254C-BB94-4794-BEA3-5FAF3195D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1B02-CFB9-4BE7-AFFD-E66651E1C201}" type="datetimeFigureOut">
              <a:rPr lang="en-US" smtClean="0"/>
              <a:t>3/26/2020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02BB9C-1134-4BC3-8260-BA2B6F56A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0D7066-657E-48BA-9404-359D9CC51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036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FF829-3243-4B52-8281-E9DDA1F38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54CC9-3699-44C0-89DC-687A8006B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442CF5-67A5-4DBF-83FB-3ECFBB4887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510D33-C28F-41CB-9D79-0DF80EEBA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1B02-CFB9-4BE7-AFFD-E66651E1C201}" type="datetimeFigureOut">
              <a:rPr lang="en-US" smtClean="0"/>
              <a:t>3/26/2020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AC33DC-C239-4AF8-9D1E-E779E15D0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66A338-41FE-4734-B552-5C90AA02B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788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83626-38EC-40FC-81BC-1065A1D10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82D3D4-8C98-4F89-A194-5314F44C4B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BBCA05-EAE4-4A75-9B5F-29F22B4FC9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650693-A768-4B8B-9F75-109A0C237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1B02-CFB9-4BE7-AFFD-E66651E1C201}" type="datetimeFigureOut">
              <a:rPr lang="en-US" smtClean="0"/>
              <a:t>3/26/2020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705722-A632-4957-BEFD-CA108BB95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7034C4-659F-4689-A76E-263606490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09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064A0-DAE7-497D-A81A-04DDA7D2D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C56EF7-54F1-4ABB-8450-E287FA405D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0116C4-249A-4AED-8C24-8A13F2A93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1B02-CFB9-4BE7-AFFD-E66651E1C201}" type="datetimeFigureOut">
              <a:rPr lang="en-US" smtClean="0"/>
              <a:t>3/26/2020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953A9-6C7F-4A0D-BC4B-77B717ABB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677AD-112F-4BFB-85B0-28EC54B64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797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B193EE-D243-4226-9CE6-3A107A0763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5420C8-2A2C-4D59-BB85-A9122D7066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7D92ED-73E0-43F9-9659-5926218A1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1B02-CFB9-4BE7-AFFD-E66651E1C201}" type="datetimeFigureOut">
              <a:rPr lang="en-US" smtClean="0"/>
              <a:t>3/26/2020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D28322-7817-470B-8A6B-F1D434BA2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2E6F2-BB4F-4B52-B4EE-179AE8CDF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448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AAFC31-B832-4BF1-B059-70054D140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61D12-50BE-4FF9-957D-5A61FFDA85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20FBD4-EC49-4302-9342-57454FC6B2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E01B02-CFB9-4BE7-AFFD-E66651E1C201}" type="datetimeFigureOut">
              <a:rPr lang="en-US" smtClean="0"/>
              <a:t>3/26/2020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9B591-E304-4539-84E8-50F8F85809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072A4-F25A-4550-BEDC-84064985EA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546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1458A-1DC2-4BD0-80E7-B5B1D2F035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Develop Python Pipeline:</a:t>
            </a:r>
            <a:br>
              <a:rPr lang="en-US" dirty="0"/>
            </a:br>
            <a:r>
              <a:rPr lang="en-US" dirty="0"/>
              <a:t>Pass arguments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30F043-6162-49F5-A5C0-1CA1BC2BE7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35116"/>
            <a:ext cx="9144000" cy="1022684"/>
          </a:xfrm>
        </p:spPr>
        <p:txBody>
          <a:bodyPr/>
          <a:lstStyle/>
          <a:p>
            <a:r>
              <a:rPr lang="en-US" dirty="0"/>
              <a:t>Tiezheng Yuan</a:t>
            </a:r>
          </a:p>
          <a:p>
            <a:r>
              <a:rPr lang="en-US" dirty="0"/>
              <a:t>March 26yh, 2020</a:t>
            </a:r>
          </a:p>
        </p:txBody>
      </p:sp>
    </p:spTree>
    <p:extLst>
      <p:ext uri="{BB962C8B-B14F-4D97-AF65-F5344CB8AC3E}">
        <p14:creationId xmlns:p14="http://schemas.microsoft.com/office/powerpoint/2010/main" val="2805599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9BEF9-398D-40DC-8C97-248AEB2CE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arguments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2904E-5B2A-42E8-8042-C4F9429711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Pass arguments to objects: class or method</a:t>
            </a:r>
          </a:p>
          <a:p>
            <a:r>
              <a:rPr lang="en-US" sz="3200" dirty="0"/>
              <a:t>Pass arguments to script at command line</a:t>
            </a:r>
          </a:p>
        </p:txBody>
      </p:sp>
    </p:spTree>
    <p:extLst>
      <p:ext uri="{BB962C8B-B14F-4D97-AF65-F5344CB8AC3E}">
        <p14:creationId xmlns:p14="http://schemas.microsoft.com/office/powerpoint/2010/main" val="215641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C997C-A17E-42C5-891F-530C1602B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 arguments to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A9442-D3E9-4975-8A2E-961AE0066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31457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def </a:t>
            </a:r>
            <a:r>
              <a:rPr lang="en-US" dirty="0" err="1"/>
              <a:t>func</a:t>
            </a:r>
            <a:r>
              <a:rPr lang="en-US" dirty="0"/>
              <a:t>(a, b)	#pass two variables a and b</a:t>
            </a:r>
          </a:p>
          <a:p>
            <a:pPr marL="0" indent="0">
              <a:buNone/>
            </a:pPr>
            <a:r>
              <a:rPr lang="en-US" dirty="0"/>
              <a:t>def </a:t>
            </a:r>
            <a:r>
              <a:rPr lang="en-US" dirty="0" err="1"/>
              <a:t>func</a:t>
            </a:r>
            <a:r>
              <a:rPr lang="en-US" dirty="0"/>
              <a:t>(*</a:t>
            </a:r>
            <a:r>
              <a:rPr lang="en-US" dirty="0" err="1"/>
              <a:t>args</a:t>
            </a:r>
            <a:r>
              <a:rPr lang="en-US" dirty="0"/>
              <a:t>) 	# pass variadic arguments as tuple</a:t>
            </a:r>
          </a:p>
          <a:p>
            <a:pPr marL="0" indent="0">
              <a:buNone/>
            </a:pPr>
            <a:r>
              <a:rPr lang="en-US" dirty="0"/>
              <a:t>def </a:t>
            </a:r>
            <a:r>
              <a:rPr lang="en-US" dirty="0" err="1"/>
              <a:t>func</a:t>
            </a:r>
            <a:r>
              <a:rPr lang="en-US" dirty="0"/>
              <a:t>(*</a:t>
            </a:r>
            <a:r>
              <a:rPr lang="en-US" dirty="0" err="1"/>
              <a:t>kwargs</a:t>
            </a:r>
            <a:r>
              <a:rPr lang="en-US" dirty="0"/>
              <a:t>)	# pass keywords variadic arguments as dictionary</a:t>
            </a:r>
          </a:p>
          <a:p>
            <a:pPr marL="0" indent="0">
              <a:buNone/>
            </a:pPr>
            <a:r>
              <a:rPr lang="en-US" dirty="0"/>
              <a:t>def </a:t>
            </a:r>
            <a:r>
              <a:rPr lang="en-US" dirty="0" err="1"/>
              <a:t>func</a:t>
            </a:r>
            <a:r>
              <a:rPr lang="en-US" dirty="0"/>
              <a:t>(a, *</a:t>
            </a:r>
            <a:r>
              <a:rPr lang="en-US" dirty="0" err="1"/>
              <a:t>args</a:t>
            </a:r>
            <a:r>
              <a:rPr lang="en-US" dirty="0"/>
              <a:t>, *</a:t>
            </a:r>
            <a:r>
              <a:rPr lang="en-US" dirty="0" err="1"/>
              <a:t>kwargs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DA6BCC-3FB3-4857-8ED1-76416BF56A9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236" t="46825" r="44245" b="13196"/>
          <a:stretch/>
        </p:blipFill>
        <p:spPr>
          <a:xfrm>
            <a:off x="5854700" y="3387001"/>
            <a:ext cx="5105400" cy="34709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26F91AD-BBB7-42C5-B2F4-E416D9376657}"/>
              </a:ext>
            </a:extLst>
          </p:cNvPr>
          <p:cNvSpPr txBox="1"/>
          <p:nvPr/>
        </p:nvSpPr>
        <p:spPr>
          <a:xfrm>
            <a:off x="5638800" y="29718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15BDAF-BF14-4FA2-8C96-66427E565B47}"/>
              </a:ext>
            </a:extLst>
          </p:cNvPr>
          <p:cNvSpPr txBox="1"/>
          <p:nvPr/>
        </p:nvSpPr>
        <p:spPr>
          <a:xfrm>
            <a:off x="1346200" y="5397500"/>
            <a:ext cx="23495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 </a:t>
            </a:r>
            <a:r>
              <a:rPr lang="en-US" dirty="0" err="1"/>
              <a:t>args</a:t>
            </a:r>
            <a:r>
              <a:rPr lang="en-US" dirty="0"/>
              <a:t> and </a:t>
            </a:r>
            <a:r>
              <a:rPr lang="en-US" dirty="0" err="1"/>
              <a:t>kwargs</a:t>
            </a:r>
            <a:r>
              <a:rPr lang="en-US" dirty="0"/>
              <a:t> could be any words.  * and ** shows tuple and dict, respectively</a:t>
            </a:r>
          </a:p>
        </p:txBody>
      </p:sp>
    </p:spTree>
    <p:extLst>
      <p:ext uri="{BB962C8B-B14F-4D97-AF65-F5344CB8AC3E}">
        <p14:creationId xmlns:p14="http://schemas.microsoft.com/office/powerpoint/2010/main" val="115469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6E5B2-DF4E-413D-B3DC-F049E816E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403600" cy="2187575"/>
          </a:xfrm>
        </p:spPr>
        <p:txBody>
          <a:bodyPr>
            <a:normAutofit fontScale="90000"/>
          </a:bodyPr>
          <a:lstStyle/>
          <a:p>
            <a:r>
              <a:rPr lang="en-US" dirty="0"/>
              <a:t>Pass </a:t>
            </a:r>
            <a:r>
              <a:rPr lang="en-US" dirty="0" err="1"/>
              <a:t>arugments</a:t>
            </a:r>
            <a:r>
              <a:rPr lang="en-US" dirty="0"/>
              <a:t> to class and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1AAAE-4C55-4695-92DA-CD31E7600C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94299"/>
            <a:ext cx="3314700" cy="982663"/>
          </a:xfrm>
        </p:spPr>
        <p:txBody>
          <a:bodyPr/>
          <a:lstStyle/>
          <a:p>
            <a:r>
              <a:rPr lang="en-US" dirty="0"/>
              <a:t>Default options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E2B858-4306-43D8-803C-D7380F835CE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480" t="16185" r="25312" b="3114"/>
          <a:stretch/>
        </p:blipFill>
        <p:spPr>
          <a:xfrm>
            <a:off x="4749800" y="234489"/>
            <a:ext cx="7264400" cy="6258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919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05F2E-5A07-4096-8E8B-D392185D0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197600" cy="1325563"/>
          </a:xfrm>
        </p:spPr>
        <p:txBody>
          <a:bodyPr/>
          <a:lstStyle/>
          <a:p>
            <a:r>
              <a:rPr lang="en-US" dirty="0"/>
              <a:t>Pass list as object by 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8F891-7277-4839-9F13-886F413978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98901"/>
            <a:ext cx="6604000" cy="2278062"/>
          </a:xfrm>
        </p:spPr>
        <p:txBody>
          <a:bodyPr/>
          <a:lstStyle/>
          <a:p>
            <a:r>
              <a:rPr lang="en-US" dirty="0"/>
              <a:t>Any changes in the List that has been passed into a function will present.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469749-AA52-4819-B6DE-8D897783B3B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583" t="16601" r="51667" b="12500"/>
          <a:stretch/>
        </p:blipFill>
        <p:spPr>
          <a:xfrm>
            <a:off x="7797800" y="184317"/>
            <a:ext cx="3962400" cy="6308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469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05F2E-5A07-4096-8E8B-D392185D0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197600" cy="1325563"/>
          </a:xfrm>
        </p:spPr>
        <p:txBody>
          <a:bodyPr/>
          <a:lstStyle/>
          <a:p>
            <a:r>
              <a:rPr lang="en-US" dirty="0"/>
              <a:t>Pass dictionary as object by 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8F891-7277-4839-9F13-886F413978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98901"/>
            <a:ext cx="6604000" cy="2278062"/>
          </a:xfrm>
        </p:spPr>
        <p:txBody>
          <a:bodyPr/>
          <a:lstStyle/>
          <a:p>
            <a:r>
              <a:rPr lang="en-US" dirty="0"/>
              <a:t>Any changes in the dict that has been passed into a function will present.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F4DCF1-BC91-4DA5-AA4F-E00AF0B40B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270" t="19726" r="47709" b="7739"/>
          <a:stretch/>
        </p:blipFill>
        <p:spPr>
          <a:xfrm>
            <a:off x="7607300" y="457102"/>
            <a:ext cx="4305300" cy="5943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0232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1261</TotalTime>
  <Words>168</Words>
  <Application>Microsoft Office PowerPoint</Application>
  <PresentationFormat>Widescreen</PresentationFormat>
  <Paragraphs>21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Develop Python Pipeline: Pass arguments</vt:lpstr>
      <vt:lpstr>arguments</vt:lpstr>
      <vt:lpstr>Pass arguments to function</vt:lpstr>
      <vt:lpstr>Pass arugments to class and methods</vt:lpstr>
      <vt:lpstr>Pass list as object by reference</vt:lpstr>
      <vt:lpstr>Pass dictionary as object by 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 Python pipeline: Objects and Classes</dc:title>
  <dc:creator>Tiezheng Yuan</dc:creator>
  <cp:lastModifiedBy>Tiezheng Yuan</cp:lastModifiedBy>
  <cp:revision>64</cp:revision>
  <dcterms:created xsi:type="dcterms:W3CDTF">2020-01-31T22:01:04Z</dcterms:created>
  <dcterms:modified xsi:type="dcterms:W3CDTF">2020-03-26T22:40:36Z</dcterms:modified>
</cp:coreProperties>
</file>